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16"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d422c5de97_0_0:notes"/>
          <p:cNvSpPr/>
          <p:nvPr>
            <p:ph idx="2" type="sldImg"/>
          </p:nvPr>
        </p:nvSpPr>
        <p:spPr>
          <a:xfrm>
            <a:off x="381316"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d422c5de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Title image: Choosing Genomics Tools Written by: Candace Savonen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 of the ITN (ITCR training Network) and created through the Johns Hopkins Data Science Lab</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d422c5de97_0_5:notes"/>
          <p:cNvSpPr/>
          <p:nvPr>
            <p:ph idx="2" type="sldImg"/>
          </p:nvPr>
        </p:nvSpPr>
        <p:spPr>
          <a:xfrm>
            <a:off x="381316"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d422c5de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rPr>
              <a:t>Except where otherwise indicated, The contents of this slide presentation are available for use under the Creative Commons Attribution 4.0 license. You are free to adapt and share the work, but you must give appropriate credit, provide a link to the license, and indicate if changes were made. Sample attribution: Documentation and Usability by Johns Hopkins Data Science Lab. CC-BY 4.0</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16525eff64_0_96:notes"/>
          <p:cNvSpPr/>
          <p:nvPr>
            <p:ph idx="2" type="sldImg"/>
          </p:nvPr>
        </p:nvSpPr>
        <p:spPr>
          <a:xfrm>
            <a:off x="381316"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16525eff6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For individuals who: </a:t>
            </a:r>
            <a:r>
              <a:rPr lang="en" sz="1200">
                <a:solidFill>
                  <a:schemeClr val="dk1"/>
                </a:solidFill>
              </a:rPr>
              <a:t>Have imaging data and don’t know what to do with it. Want a basic overview of their imaging data type. Want to find resources for processing and interpreting imaging data</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1db7c97851_0_143:notes"/>
          <p:cNvSpPr/>
          <p:nvPr>
            <p:ph idx="2" type="sldImg"/>
          </p:nvPr>
        </p:nvSpPr>
        <p:spPr>
          <a:xfrm>
            <a:off x="381316"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1db7c9785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Concepts discussed in the Cancer Imaging Informatics course: </a:t>
            </a:r>
            <a:r>
              <a:rPr lang="en">
                <a:solidFill>
                  <a:schemeClr val="dk1"/>
                </a:solidFill>
              </a:rPr>
              <a:t>What does your imaging data type represent? What are the most common data processing steps for your data type Find resources, tools and tutorials to help you process and interpret your data</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d422c5de97_0_10:notes"/>
          <p:cNvSpPr/>
          <p:nvPr>
            <p:ph idx="2" type="sldImg"/>
          </p:nvPr>
        </p:nvSpPr>
        <p:spPr>
          <a:xfrm>
            <a:off x="381316"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d422c5de9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Overall Course Learning Objectives. </a:t>
            </a:r>
            <a:r>
              <a:rPr b="1" lang="en" sz="1200">
                <a:solidFill>
                  <a:srgbClr val="333333"/>
                </a:solidFill>
                <a:highlight>
                  <a:srgbClr val="FFFFFF"/>
                </a:highlight>
              </a:rPr>
              <a:t>This course will demonstrate how too: </a:t>
            </a:r>
            <a:r>
              <a:rPr lang="en" sz="1200">
                <a:solidFill>
                  <a:srgbClr val="24292F"/>
                </a:solidFill>
                <a:highlight>
                  <a:srgbClr val="FFFFFF"/>
                </a:highlight>
              </a:rPr>
              <a:t>Understand the overall workflow associated with processing their imaging data  Be aware of caveats based on their specific type of data. Find tutorials to help them process their imaging data. Choose tools for processing their imaging data. Choose tools for interpreting their imaging data </a:t>
            </a:r>
            <a:endParaRPr sz="1200">
              <a:solidFill>
                <a:srgbClr val="333333"/>
              </a:solidFill>
              <a:highlight>
                <a:srgbClr val="FFFFFF"/>
              </a:high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TCR2"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6469" l="4087" r="16841" t="7958"/>
          <a:stretch/>
        </p:blipFill>
        <p:spPr>
          <a:xfrm>
            <a:off x="7729325" y="4383150"/>
            <a:ext cx="1052124" cy="671750"/>
          </a:xfrm>
          <a:prstGeom prst="rect">
            <a:avLst/>
          </a:prstGeom>
          <a:noFill/>
          <a:ln>
            <a:noFill/>
          </a:ln>
        </p:spPr>
      </p:pic>
      <p:sp>
        <p:nvSpPr>
          <p:cNvPr id="11" name="Google Shape;11;p2"/>
          <p:cNvSpPr/>
          <p:nvPr/>
        </p:nvSpPr>
        <p:spPr>
          <a:xfrm rot="5400000">
            <a:off x="7500300" y="50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107800" y="765675"/>
            <a:ext cx="56070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3947250" y="262667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434343"/>
              </a:buClr>
              <a:buSzPts val="2900"/>
              <a:buNone/>
              <a:defRPr sz="2900">
                <a:solidFill>
                  <a:srgbClr val="434343"/>
                </a:solidFill>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 name="Google Shape;14;p2"/>
          <p:cNvSpPr txBox="1"/>
          <p:nvPr>
            <p:ph idx="12" type="sldNum"/>
          </p:nvPr>
        </p:nvSpPr>
        <p:spPr>
          <a:xfrm>
            <a:off x="8501858" y="470646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5" name="Google Shape;15;p2"/>
          <p:cNvGrpSpPr/>
          <p:nvPr/>
        </p:nvGrpSpPr>
        <p:grpSpPr>
          <a:xfrm>
            <a:off x="1496" y="490"/>
            <a:ext cx="2951425" cy="2879357"/>
            <a:chOff x="1496" y="75"/>
            <a:chExt cx="2951425" cy="2889760"/>
          </a:xfrm>
        </p:grpSpPr>
        <p:sp>
          <p:nvSpPr>
            <p:cNvPr id="16" name="Google Shape;16;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p2"/>
          <p:cNvSpPr/>
          <p:nvPr/>
        </p:nvSpPr>
        <p:spPr>
          <a:xfrm rot="-5400000">
            <a:off x="-44920" y="-98350"/>
            <a:ext cx="5152800" cy="5153700"/>
          </a:xfrm>
          <a:prstGeom prst="diagStripe">
            <a:avLst>
              <a:gd fmla="val 50000" name="adj"/>
            </a:avLst>
          </a:prstGeom>
          <a:solidFill>
            <a:srgbClr val="000000">
              <a:alpha val="30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rot="-5400000">
            <a:off x="-8650" y="1103325"/>
            <a:ext cx="3996600" cy="3996900"/>
          </a:xfrm>
          <a:prstGeom prst="diagStripe">
            <a:avLst>
              <a:gd fmla="val 58774" name="adj"/>
            </a:avLst>
          </a:prstGeom>
          <a:solidFill>
            <a:srgbClr val="000000">
              <a:alpha val="30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grpSp>
        <p:nvGrpSpPr>
          <p:cNvPr id="21" name="Google Shape;21;p3"/>
          <p:cNvGrpSpPr/>
          <p:nvPr/>
        </p:nvGrpSpPr>
        <p:grpSpPr>
          <a:xfrm>
            <a:off x="4406400" y="0"/>
            <a:ext cx="4737600" cy="5143065"/>
            <a:chOff x="4406400" y="0"/>
            <a:chExt cx="4737600" cy="5143065"/>
          </a:xfrm>
        </p:grpSpPr>
        <p:sp>
          <p:nvSpPr>
            <p:cNvPr id="22" name="Google Shape;22;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5618399" y="1236468"/>
              <a:ext cx="808800" cy="808800"/>
            </a:xfrm>
            <a:prstGeom prst="diagStrip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5849857" y="1443956"/>
              <a:ext cx="808800" cy="808800"/>
            </a:xfrm>
            <a:prstGeom prst="diagStrip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987081" y="2469465"/>
              <a:ext cx="808800" cy="808800"/>
            </a:xfrm>
            <a:prstGeom prst="diagStrip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6222115" y="2676953"/>
              <a:ext cx="808800" cy="808800"/>
            </a:xfrm>
            <a:prstGeom prst="diagStrip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861141" y="2477810"/>
              <a:ext cx="808800" cy="808800"/>
            </a:xfrm>
            <a:prstGeom prst="diagStrip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965266" y="2692963"/>
              <a:ext cx="808800" cy="808800"/>
            </a:xfrm>
            <a:prstGeom prst="diagStripe">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flipH="1">
              <a:off x="8145082" y="3308755"/>
              <a:ext cx="808800" cy="808800"/>
            </a:xfrm>
            <a:prstGeom prst="diagStripe">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rot="-5400000">
              <a:off x="7047599" y="3095015"/>
              <a:ext cx="808800" cy="808800"/>
            </a:xfrm>
            <a:prstGeom prst="diagStripe">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7276649" y="3302502"/>
              <a:ext cx="808800" cy="808800"/>
            </a:xfrm>
            <a:prstGeom prst="diagStripe">
              <a:avLst>
                <a:gd fmla="val 5000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462448" y="3918294"/>
              <a:ext cx="808800" cy="808800"/>
            </a:xfrm>
            <a:prstGeom prst="diagStripe">
              <a:avLst>
                <a:gd fmla="val 5000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8334533" y="3925960"/>
              <a:ext cx="808800" cy="808800"/>
            </a:xfrm>
            <a:prstGeom prst="diagStripe">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sz="3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 name="Google Shape;41;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2" name="Shape 42"/>
        <p:cNvGrpSpPr/>
        <p:nvPr/>
      </p:nvGrpSpPr>
      <p:grpSpPr>
        <a:xfrm>
          <a:off x="0" y="0"/>
          <a:ext cx="0" cy="0"/>
          <a:chOff x="0" y="0"/>
          <a:chExt cx="0" cy="0"/>
        </a:xfrm>
      </p:grpSpPr>
      <p:grpSp>
        <p:nvGrpSpPr>
          <p:cNvPr id="43" name="Google Shape;43;p4"/>
          <p:cNvGrpSpPr/>
          <p:nvPr/>
        </p:nvGrpSpPr>
        <p:grpSpPr>
          <a:xfrm>
            <a:off x="0" y="381001"/>
            <a:ext cx="1037850" cy="1016287"/>
            <a:chOff x="0" y="381001"/>
            <a:chExt cx="1037850" cy="1016287"/>
          </a:xfrm>
        </p:grpSpPr>
        <p:sp>
          <p:nvSpPr>
            <p:cNvPr id="44" name="Google Shape;44;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4"/>
          <p:cNvSpPr txBox="1"/>
          <p:nvPr>
            <p:ph type="title"/>
          </p:nvPr>
        </p:nvSpPr>
        <p:spPr>
          <a:xfrm>
            <a:off x="1233025" y="381000"/>
            <a:ext cx="7944000" cy="914100"/>
          </a:xfrm>
          <a:prstGeom prst="rect">
            <a:avLst/>
          </a:prstGeom>
        </p:spPr>
        <p:txBody>
          <a:bodyPr anchorCtr="0" anchor="t" bIns="91425" lIns="91425" spcFirstLastPara="1" rIns="91425" wrap="square" tIns="91425">
            <a:normAutofit/>
          </a:bodyPr>
          <a:lstStyle>
            <a:lvl1pPr lvl="0">
              <a:spcBef>
                <a:spcPts val="0"/>
              </a:spcBef>
              <a:spcAft>
                <a:spcPts val="0"/>
              </a:spcAft>
              <a:buSzPts val="4100"/>
              <a:buNone/>
              <a:defRPr sz="41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74650" lvl="0" marL="457200">
              <a:spcBef>
                <a:spcPts val="0"/>
              </a:spcBef>
              <a:spcAft>
                <a:spcPts val="0"/>
              </a:spcAft>
              <a:buSzPts val="2300"/>
              <a:buChar char="●"/>
              <a:defRPr sz="2300"/>
            </a:lvl1pPr>
            <a:lvl2pPr indent="-361950" lvl="1" marL="914400">
              <a:spcBef>
                <a:spcPts val="0"/>
              </a:spcBef>
              <a:spcAft>
                <a:spcPts val="0"/>
              </a:spcAft>
              <a:buSzPts val="2100"/>
              <a:buChar char="○"/>
              <a:defRPr sz="2100"/>
            </a:lvl2pPr>
            <a:lvl3pPr indent="-361950" lvl="2" marL="1371600">
              <a:spcBef>
                <a:spcPts val="0"/>
              </a:spcBef>
              <a:spcAft>
                <a:spcPts val="0"/>
              </a:spcAft>
              <a:buSzPts val="2100"/>
              <a:buChar char="■"/>
              <a:defRPr sz="2100"/>
            </a:lvl3pPr>
            <a:lvl4pPr indent="-361950" lvl="3" marL="1828800">
              <a:spcBef>
                <a:spcPts val="0"/>
              </a:spcBef>
              <a:spcAft>
                <a:spcPts val="0"/>
              </a:spcAft>
              <a:buSzPts val="2100"/>
              <a:buChar char="●"/>
              <a:defRPr sz="2100"/>
            </a:lvl4pPr>
            <a:lvl5pPr indent="-361950" lvl="4" marL="2286000">
              <a:spcBef>
                <a:spcPts val="0"/>
              </a:spcBef>
              <a:spcAft>
                <a:spcPts val="0"/>
              </a:spcAft>
              <a:buSzPts val="2100"/>
              <a:buChar char="○"/>
              <a:defRPr sz="2100"/>
            </a:lvl5pPr>
            <a:lvl6pPr indent="-361950" lvl="5" marL="2743200">
              <a:spcBef>
                <a:spcPts val="0"/>
              </a:spcBef>
              <a:spcAft>
                <a:spcPts val="0"/>
              </a:spcAft>
              <a:buSzPts val="2100"/>
              <a:buChar char="■"/>
              <a:defRPr sz="2100"/>
            </a:lvl6pPr>
            <a:lvl7pPr indent="-361950" lvl="6" marL="3200400">
              <a:spcBef>
                <a:spcPts val="0"/>
              </a:spcBef>
              <a:spcAft>
                <a:spcPts val="0"/>
              </a:spcAft>
              <a:buSzPts val="2100"/>
              <a:buChar char="●"/>
              <a:defRPr sz="2100"/>
            </a:lvl7pPr>
            <a:lvl8pPr indent="-361950" lvl="7" marL="3657600">
              <a:spcBef>
                <a:spcPts val="0"/>
              </a:spcBef>
              <a:spcAft>
                <a:spcPts val="0"/>
              </a:spcAft>
              <a:buSzPts val="2100"/>
              <a:buChar char="○"/>
              <a:defRPr sz="2100"/>
            </a:lvl8pPr>
            <a:lvl9pPr indent="-361950" lvl="8" marL="4114800">
              <a:spcBef>
                <a:spcPts val="0"/>
              </a:spcBef>
              <a:spcAft>
                <a:spcPts val="0"/>
              </a:spcAft>
              <a:buSzPts val="2100"/>
              <a:buChar char="■"/>
              <a:defRPr sz="2100"/>
            </a:lvl9pPr>
          </a:lstStyle>
          <a:p/>
        </p:txBody>
      </p:sp>
      <p:sp>
        <p:nvSpPr>
          <p:cNvPr id="48" name="Google Shape;48;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grpSp>
        <p:nvGrpSpPr>
          <p:cNvPr id="50" name="Google Shape;50;p5"/>
          <p:cNvGrpSpPr/>
          <p:nvPr/>
        </p:nvGrpSpPr>
        <p:grpSpPr>
          <a:xfrm>
            <a:off x="0" y="381001"/>
            <a:ext cx="1037850" cy="1016287"/>
            <a:chOff x="0" y="381001"/>
            <a:chExt cx="1037850" cy="1016287"/>
          </a:xfrm>
        </p:grpSpPr>
        <p:sp>
          <p:nvSpPr>
            <p:cNvPr id="51" name="Google Shape;51;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5"/>
          <p:cNvSpPr txBox="1"/>
          <p:nvPr>
            <p:ph type="title"/>
          </p:nvPr>
        </p:nvSpPr>
        <p:spPr>
          <a:xfrm>
            <a:off x="1160200" y="381000"/>
            <a:ext cx="7882200" cy="914100"/>
          </a:xfrm>
          <a:prstGeom prst="rect">
            <a:avLst/>
          </a:prstGeom>
        </p:spPr>
        <p:txBody>
          <a:bodyPr anchorCtr="0" anchor="t" bIns="91425" lIns="91425" spcFirstLastPara="1" rIns="91425" wrap="square" tIns="91425">
            <a:normAutofit/>
          </a:bodyPr>
          <a:lstStyle>
            <a:lvl1pPr lvl="0">
              <a:spcBef>
                <a:spcPts val="0"/>
              </a:spcBef>
              <a:spcAft>
                <a:spcPts val="0"/>
              </a:spcAft>
              <a:buSzPts val="4100"/>
              <a:buNone/>
              <a:defRPr sz="41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[Authoring Institution(s)].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55" name="Google Shape;55;p5"/>
          <p:cNvPicPr preferRelativeResize="0"/>
          <p:nvPr/>
        </p:nvPicPr>
        <p:blipFill>
          <a:blip r:embed="rId4">
            <a:alphaModFix/>
          </a:blip>
          <a:stretch>
            <a:fillRect/>
          </a:stretch>
        </p:blipFill>
        <p:spPr>
          <a:xfrm>
            <a:off x="5981726" y="2173675"/>
            <a:ext cx="2275450" cy="7961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177375" y="393750"/>
            <a:ext cx="7950600" cy="914100"/>
          </a:xfrm>
          <a:prstGeom prst="rect">
            <a:avLst/>
          </a:prstGeom>
        </p:spPr>
        <p:txBody>
          <a:bodyPr anchorCtr="0" anchor="t" bIns="91425" lIns="91425" spcFirstLastPara="1" rIns="91425" wrap="square" tIns="91425">
            <a:normAutofit/>
          </a:bodyPr>
          <a:lstStyle>
            <a:lvl1pPr lvl="0">
              <a:spcBef>
                <a:spcPts val="0"/>
              </a:spcBef>
              <a:spcAft>
                <a:spcPts val="0"/>
              </a:spcAft>
              <a:buSzPts val="4100"/>
              <a:buNone/>
              <a:defRPr sz="41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sz="3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52750" y="4779768"/>
            <a:ext cx="501269" cy="363621"/>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554025" y="4699688"/>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900"/>
              <a:buNone/>
              <a:defRPr sz="900"/>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30" name="Google Shape;130;p12"/>
          <p:cNvGrpSpPr/>
          <p:nvPr/>
        </p:nvGrpSpPr>
        <p:grpSpPr>
          <a:xfrm rot="-2558302">
            <a:off x="1415536" y="-559306"/>
            <a:ext cx="6739537" cy="6784963"/>
            <a:chOff x="4406400" y="0"/>
            <a:chExt cx="4737600" cy="5143500"/>
          </a:xfrm>
        </p:grpSpPr>
        <p:sp>
          <p:nvSpPr>
            <p:cNvPr id="131" name="Google Shape;131;p12"/>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2"/>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2"/>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2"/>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2"/>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2"/>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2"/>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2"/>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2"/>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2"/>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2"/>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2"/>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2"/>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2"/>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2"/>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2"/>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49" name="Shape 149"/>
        <p:cNvGrpSpPr/>
        <p:nvPr/>
      </p:nvGrpSpPr>
      <p:grpSpPr>
        <a:xfrm>
          <a:off x="0" y="0"/>
          <a:ext cx="0" cy="0"/>
          <a:chOff x="0" y="0"/>
          <a:chExt cx="0" cy="0"/>
        </a:xfrm>
      </p:grpSpPr>
      <p:pic>
        <p:nvPicPr>
          <p:cNvPr descr="Graphical user interface, text, application&#10;&#10;Description automatically generated with medium confidence" id="150" name="Google Shape;150;p1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51" name="Google Shape;151;p13"/>
          <p:cNvSpPr txBox="1"/>
          <p:nvPr>
            <p:ph idx="1" type="body"/>
          </p:nvPr>
        </p:nvSpPr>
        <p:spPr>
          <a:xfrm>
            <a:off x="381000" y="1018903"/>
            <a:ext cx="8229600" cy="3466200"/>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900"/>
              </a:spcBef>
              <a:spcAft>
                <a:spcPts val="0"/>
              </a:spcAft>
              <a:buClr>
                <a:srgbClr val="4DAF46"/>
              </a:buClr>
              <a:buSzPts val="2200"/>
              <a:buFont typeface="Roboto"/>
              <a:buChar char="▪"/>
              <a:defRPr i="0" sz="2200" u="none" cap="none" strike="noStrike">
                <a:solidFill>
                  <a:schemeClr val="dk1"/>
                </a:solidFill>
                <a:latin typeface="Roboto"/>
                <a:ea typeface="Roboto"/>
                <a:cs typeface="Roboto"/>
                <a:sym typeface="Roboto"/>
              </a:defRPr>
            </a:lvl1pPr>
            <a:lvl2pPr indent="-355600" lvl="1" marL="914400" marR="0" rtl="0" algn="l">
              <a:lnSpc>
                <a:spcPct val="100000"/>
              </a:lnSpc>
              <a:spcBef>
                <a:spcPts val="1200"/>
              </a:spcBef>
              <a:spcAft>
                <a:spcPts val="0"/>
              </a:spcAft>
              <a:buClr>
                <a:srgbClr val="4DAF46"/>
              </a:buClr>
              <a:buSzPts val="2000"/>
              <a:buFont typeface="Roboto"/>
              <a:buChar char="•"/>
              <a:defRPr i="0" sz="2000" u="none" cap="none" strike="noStrike">
                <a:solidFill>
                  <a:schemeClr val="dk1"/>
                </a:solidFill>
                <a:latin typeface="Roboto"/>
                <a:ea typeface="Roboto"/>
                <a:cs typeface="Roboto"/>
                <a:sym typeface="Roboto"/>
              </a:defRPr>
            </a:lvl2pPr>
            <a:lvl3pPr indent="-342900" lvl="2" marL="1371600" marR="0" rtl="0" algn="l">
              <a:lnSpc>
                <a:spcPct val="100000"/>
              </a:lnSpc>
              <a:spcBef>
                <a:spcPts val="1200"/>
              </a:spcBef>
              <a:spcAft>
                <a:spcPts val="0"/>
              </a:spcAft>
              <a:buClr>
                <a:srgbClr val="4DAF46"/>
              </a:buClr>
              <a:buSzPts val="1800"/>
              <a:buFont typeface="Roboto"/>
              <a:buChar char="❑"/>
              <a:defRPr i="0" sz="1800" u="none" cap="none" strike="noStrike">
                <a:solidFill>
                  <a:schemeClr val="dk1"/>
                </a:solidFill>
                <a:latin typeface="Roboto"/>
                <a:ea typeface="Roboto"/>
                <a:cs typeface="Roboto"/>
                <a:sym typeface="Roboto"/>
              </a:defRPr>
            </a:lvl3pPr>
            <a:lvl4pPr indent="-330200" lvl="3" marL="1828800" marR="0" rtl="0" algn="l">
              <a:lnSpc>
                <a:spcPct val="100000"/>
              </a:lnSpc>
              <a:spcBef>
                <a:spcPts val="1200"/>
              </a:spcBef>
              <a:spcAft>
                <a:spcPts val="0"/>
              </a:spcAft>
              <a:buClr>
                <a:srgbClr val="4DAF46"/>
              </a:buClr>
              <a:buSzPts val="1600"/>
              <a:buFont typeface="Roboto"/>
              <a:buChar char="o"/>
              <a:defRPr i="0" sz="1600" u="none" cap="none" strike="noStrike">
                <a:solidFill>
                  <a:schemeClr val="dk1"/>
                </a:solidFill>
                <a:latin typeface="Roboto"/>
                <a:ea typeface="Roboto"/>
                <a:cs typeface="Roboto"/>
                <a:sym typeface="Roboto"/>
              </a:defRPr>
            </a:lvl4pPr>
            <a:lvl5pPr indent="-317500" lvl="4" marL="2286000" marR="0" rtl="0" algn="l">
              <a:lnSpc>
                <a:spcPct val="100000"/>
              </a:lnSpc>
              <a:spcBef>
                <a:spcPts val="1200"/>
              </a:spcBef>
              <a:spcAft>
                <a:spcPts val="0"/>
              </a:spcAft>
              <a:buClr>
                <a:srgbClr val="4DAF46"/>
              </a:buClr>
              <a:buSzPts val="1400"/>
              <a:buFont typeface="Roboto"/>
              <a:buChar char="-"/>
              <a:defRPr i="0" sz="1400" u="none" cap="none" strike="noStrike">
                <a:solidFill>
                  <a:schemeClr val="dk1"/>
                </a:solidFill>
                <a:latin typeface="Roboto"/>
                <a:ea typeface="Roboto"/>
                <a:cs typeface="Roboto"/>
                <a:sym typeface="Roboto"/>
              </a:defRPr>
            </a:lvl5pPr>
            <a:lvl6pPr indent="-355600" lvl="5" marL="2743200" marR="0" rtl="0" algn="l">
              <a:spcBef>
                <a:spcPts val="1200"/>
              </a:spcBef>
              <a:spcAft>
                <a:spcPts val="0"/>
              </a:spcAft>
              <a:buClr>
                <a:schemeClr val="dk1"/>
              </a:buClr>
              <a:buSzPts val="2000"/>
              <a:buFont typeface="Roboto"/>
              <a:buChar char="•"/>
              <a:defRPr i="0" sz="2000" u="none" cap="none" strike="noStrike">
                <a:solidFill>
                  <a:schemeClr val="dk1"/>
                </a:solidFill>
                <a:latin typeface="Roboto"/>
                <a:ea typeface="Roboto"/>
                <a:cs typeface="Roboto"/>
                <a:sym typeface="Roboto"/>
              </a:defRPr>
            </a:lvl6pPr>
            <a:lvl7pPr indent="-355600" lvl="6" marL="3200400" marR="0" rtl="0" algn="l">
              <a:spcBef>
                <a:spcPts val="1200"/>
              </a:spcBef>
              <a:spcAft>
                <a:spcPts val="0"/>
              </a:spcAft>
              <a:buClr>
                <a:schemeClr val="dk1"/>
              </a:buClr>
              <a:buSzPts val="2000"/>
              <a:buFont typeface="Roboto"/>
              <a:buChar char="•"/>
              <a:defRPr i="0" sz="2000" u="none" cap="none" strike="noStrike">
                <a:solidFill>
                  <a:schemeClr val="dk1"/>
                </a:solidFill>
                <a:latin typeface="Roboto"/>
                <a:ea typeface="Roboto"/>
                <a:cs typeface="Roboto"/>
                <a:sym typeface="Roboto"/>
              </a:defRPr>
            </a:lvl7pPr>
            <a:lvl8pPr indent="-355600" lvl="7" marL="3657600" marR="0" rtl="0" algn="l">
              <a:spcBef>
                <a:spcPts val="1200"/>
              </a:spcBef>
              <a:spcAft>
                <a:spcPts val="0"/>
              </a:spcAft>
              <a:buClr>
                <a:schemeClr val="dk1"/>
              </a:buClr>
              <a:buSzPts val="2000"/>
              <a:buFont typeface="Roboto"/>
              <a:buChar char="•"/>
              <a:defRPr i="0" sz="2000" u="none" cap="none" strike="noStrike">
                <a:solidFill>
                  <a:schemeClr val="dk1"/>
                </a:solidFill>
                <a:latin typeface="Roboto"/>
                <a:ea typeface="Roboto"/>
                <a:cs typeface="Roboto"/>
                <a:sym typeface="Roboto"/>
              </a:defRPr>
            </a:lvl8pPr>
            <a:lvl9pPr indent="-355600" lvl="8" marL="4114800" marR="0" rtl="0" algn="l">
              <a:spcBef>
                <a:spcPts val="1200"/>
              </a:spcBef>
              <a:spcAft>
                <a:spcPts val="1200"/>
              </a:spcAft>
              <a:buClr>
                <a:schemeClr val="dk1"/>
              </a:buClr>
              <a:buSzPts val="2000"/>
              <a:buFont typeface="Roboto"/>
              <a:buChar char="•"/>
              <a:defRPr i="0" sz="2000" u="none" cap="none" strike="noStrike">
                <a:solidFill>
                  <a:schemeClr val="dk1"/>
                </a:solidFill>
                <a:latin typeface="Roboto"/>
                <a:ea typeface="Roboto"/>
                <a:cs typeface="Roboto"/>
                <a:sym typeface="Roboto"/>
              </a:defRPr>
            </a:lvl9pPr>
          </a:lstStyle>
          <a:p/>
        </p:txBody>
      </p:sp>
      <p:sp>
        <p:nvSpPr>
          <p:cNvPr id="152" name="Google Shape;152;p13"/>
          <p:cNvSpPr txBox="1"/>
          <p:nvPr>
            <p:ph type="title"/>
          </p:nvPr>
        </p:nvSpPr>
        <p:spPr>
          <a:xfrm>
            <a:off x="381000" y="41483"/>
            <a:ext cx="5802900" cy="6168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1"/>
              </a:buClr>
              <a:buSzPts val="2600"/>
              <a:buFont typeface="Roboto"/>
              <a:buNone/>
              <a:defRPr i="0" sz="2600" u="none" cap="none" strike="noStrike">
                <a:solidFill>
                  <a:schemeClr val="dk1"/>
                </a:solidFill>
                <a:latin typeface="Roboto"/>
                <a:ea typeface="Roboto"/>
                <a:cs typeface="Roboto"/>
                <a:sym typeface="Roboto"/>
              </a:defRPr>
            </a:lvl1pPr>
            <a:lvl2pPr lvl="1" rtl="0">
              <a:spcBef>
                <a:spcPts val="0"/>
              </a:spcBef>
              <a:spcAft>
                <a:spcPts val="0"/>
              </a:spcAft>
              <a:buSzPts val="2800"/>
              <a:buFont typeface="Roboto"/>
              <a:buNone/>
              <a:defRPr sz="1800">
                <a:latin typeface="Roboto"/>
                <a:ea typeface="Roboto"/>
                <a:cs typeface="Roboto"/>
                <a:sym typeface="Roboto"/>
              </a:defRPr>
            </a:lvl2pPr>
            <a:lvl3pPr lvl="2" rtl="0">
              <a:spcBef>
                <a:spcPts val="0"/>
              </a:spcBef>
              <a:spcAft>
                <a:spcPts val="0"/>
              </a:spcAft>
              <a:buSzPts val="2800"/>
              <a:buFont typeface="Roboto"/>
              <a:buNone/>
              <a:defRPr sz="1800">
                <a:latin typeface="Roboto"/>
                <a:ea typeface="Roboto"/>
                <a:cs typeface="Roboto"/>
                <a:sym typeface="Roboto"/>
              </a:defRPr>
            </a:lvl3pPr>
            <a:lvl4pPr lvl="3" rtl="0">
              <a:spcBef>
                <a:spcPts val="0"/>
              </a:spcBef>
              <a:spcAft>
                <a:spcPts val="0"/>
              </a:spcAft>
              <a:buSzPts val="2800"/>
              <a:buFont typeface="Roboto"/>
              <a:buNone/>
              <a:defRPr sz="1800">
                <a:latin typeface="Roboto"/>
                <a:ea typeface="Roboto"/>
                <a:cs typeface="Roboto"/>
                <a:sym typeface="Roboto"/>
              </a:defRPr>
            </a:lvl4pPr>
            <a:lvl5pPr lvl="4" rtl="0">
              <a:spcBef>
                <a:spcPts val="0"/>
              </a:spcBef>
              <a:spcAft>
                <a:spcPts val="0"/>
              </a:spcAft>
              <a:buSzPts val="2800"/>
              <a:buFont typeface="Roboto"/>
              <a:buNone/>
              <a:defRPr sz="1800">
                <a:latin typeface="Roboto"/>
                <a:ea typeface="Roboto"/>
                <a:cs typeface="Roboto"/>
                <a:sym typeface="Roboto"/>
              </a:defRPr>
            </a:lvl5pPr>
            <a:lvl6pPr lvl="5" rtl="0">
              <a:spcBef>
                <a:spcPts val="0"/>
              </a:spcBef>
              <a:spcAft>
                <a:spcPts val="0"/>
              </a:spcAft>
              <a:buSzPts val="2800"/>
              <a:buFont typeface="Roboto"/>
              <a:buNone/>
              <a:defRPr sz="1800">
                <a:latin typeface="Roboto"/>
                <a:ea typeface="Roboto"/>
                <a:cs typeface="Roboto"/>
                <a:sym typeface="Roboto"/>
              </a:defRPr>
            </a:lvl6pPr>
            <a:lvl7pPr lvl="6" rtl="0">
              <a:spcBef>
                <a:spcPts val="0"/>
              </a:spcBef>
              <a:spcAft>
                <a:spcPts val="0"/>
              </a:spcAft>
              <a:buSzPts val="2800"/>
              <a:buFont typeface="Roboto"/>
              <a:buNone/>
              <a:defRPr sz="1800">
                <a:latin typeface="Roboto"/>
                <a:ea typeface="Roboto"/>
                <a:cs typeface="Roboto"/>
                <a:sym typeface="Roboto"/>
              </a:defRPr>
            </a:lvl7pPr>
            <a:lvl8pPr lvl="7" rtl="0">
              <a:spcBef>
                <a:spcPts val="0"/>
              </a:spcBef>
              <a:spcAft>
                <a:spcPts val="0"/>
              </a:spcAft>
              <a:buSzPts val="2800"/>
              <a:buFont typeface="Roboto"/>
              <a:buNone/>
              <a:defRPr sz="1800">
                <a:latin typeface="Roboto"/>
                <a:ea typeface="Roboto"/>
                <a:cs typeface="Roboto"/>
                <a:sym typeface="Roboto"/>
              </a:defRPr>
            </a:lvl8pPr>
            <a:lvl9pPr lvl="8" rtl="0">
              <a:spcBef>
                <a:spcPts val="0"/>
              </a:spcBef>
              <a:spcAft>
                <a:spcPts val="0"/>
              </a:spcAft>
              <a:buSzPts val="2800"/>
              <a:buFont typeface="Roboto"/>
              <a:buNone/>
              <a:defRPr sz="1800">
                <a:latin typeface="Roboto"/>
                <a:ea typeface="Roboto"/>
                <a:cs typeface="Roboto"/>
                <a:sym typeface="Roboto"/>
              </a:defRPr>
            </a:lvl9pPr>
          </a:lstStyle>
          <a:p/>
        </p:txBody>
      </p:sp>
    </p:spTree>
  </p:cSld>
  <p:clrMapOvr>
    <a:masterClrMapping/>
  </p:clrMapOvr>
  <mc:AlternateContent>
    <mc:Choice Requires="p14">
      <p:transition spd="slow" p14:dur="20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TCR2" type="title">
  <p:cSld name="TITLE">
    <p:spTree>
      <p:nvGrpSpPr>
        <p:cNvPr id="157" name="Shape 157"/>
        <p:cNvGrpSpPr/>
        <p:nvPr/>
      </p:nvGrpSpPr>
      <p:grpSpPr>
        <a:xfrm>
          <a:off x="0" y="0"/>
          <a:ext cx="0" cy="0"/>
          <a:chOff x="0" y="0"/>
          <a:chExt cx="0" cy="0"/>
        </a:xfrm>
      </p:grpSpPr>
      <p:pic>
        <p:nvPicPr>
          <p:cNvPr id="158" name="Google Shape;158;p15"/>
          <p:cNvPicPr preferRelativeResize="0"/>
          <p:nvPr/>
        </p:nvPicPr>
        <p:blipFill rotWithShape="1">
          <a:blip r:embed="rId2">
            <a:alphaModFix/>
          </a:blip>
          <a:srcRect b="6469" l="4087" r="16841" t="7958"/>
          <a:stretch/>
        </p:blipFill>
        <p:spPr>
          <a:xfrm>
            <a:off x="7729325" y="4383150"/>
            <a:ext cx="1052124" cy="671750"/>
          </a:xfrm>
          <a:prstGeom prst="rect">
            <a:avLst/>
          </a:prstGeom>
          <a:noFill/>
          <a:ln>
            <a:noFill/>
          </a:ln>
        </p:spPr>
      </p:pic>
      <p:sp>
        <p:nvSpPr>
          <p:cNvPr id="159" name="Google Shape;159;p15"/>
          <p:cNvSpPr/>
          <p:nvPr/>
        </p:nvSpPr>
        <p:spPr>
          <a:xfrm rot="5400000">
            <a:off x="7500300" y="505"/>
            <a:ext cx="1643700" cy="1643700"/>
          </a:xfrm>
          <a:prstGeom prst="diagStripe">
            <a:avLst>
              <a:gd fmla="val 0" name="adj"/>
            </a:avLst>
          </a:prstGeom>
          <a:solidFill>
            <a:srgbClr val="EFEFEF"/>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60" name="Google Shape;160;p15"/>
          <p:cNvSpPr txBox="1"/>
          <p:nvPr>
            <p:ph type="ctrTitle"/>
          </p:nvPr>
        </p:nvSpPr>
        <p:spPr>
          <a:xfrm>
            <a:off x="3107800" y="765675"/>
            <a:ext cx="5607000" cy="1578900"/>
          </a:xfrm>
          <a:prstGeom prst="rect">
            <a:avLst/>
          </a:prstGeom>
        </p:spPr>
        <p:txBody>
          <a:bodyPr anchorCtr="0" anchor="t" bIns="64225" lIns="64225" spcFirstLastPara="1" rIns="64225" wrap="square" tIns="64225">
            <a:normAutofit/>
          </a:bodyPr>
          <a:lstStyle>
            <a:lvl1pPr lvl="0" rtl="0">
              <a:spcBef>
                <a:spcPts val="0"/>
              </a:spcBef>
              <a:spcAft>
                <a:spcPts val="0"/>
              </a:spcAft>
              <a:buSzPts val="3400"/>
              <a:buNone/>
              <a:defRPr sz="3400"/>
            </a:lvl1pPr>
            <a:lvl2pPr lvl="1" rtl="0">
              <a:spcBef>
                <a:spcPts val="0"/>
              </a:spcBef>
              <a:spcAft>
                <a:spcPts val="0"/>
              </a:spcAft>
              <a:buSzPts val="2800"/>
              <a:buNone/>
              <a:defRPr sz="2800"/>
            </a:lvl2pPr>
            <a:lvl3pPr lvl="2" rtl="0">
              <a:spcBef>
                <a:spcPts val="0"/>
              </a:spcBef>
              <a:spcAft>
                <a:spcPts val="0"/>
              </a:spcAft>
              <a:buSzPts val="2800"/>
              <a:buNone/>
              <a:defRPr sz="2800"/>
            </a:lvl3pPr>
            <a:lvl4pPr lvl="3" rtl="0">
              <a:spcBef>
                <a:spcPts val="0"/>
              </a:spcBef>
              <a:spcAft>
                <a:spcPts val="0"/>
              </a:spcAft>
              <a:buSzPts val="2800"/>
              <a:buNone/>
              <a:defRPr sz="2800"/>
            </a:lvl4pPr>
            <a:lvl5pPr lvl="4" rtl="0">
              <a:spcBef>
                <a:spcPts val="0"/>
              </a:spcBef>
              <a:spcAft>
                <a:spcPts val="0"/>
              </a:spcAft>
              <a:buSzPts val="2800"/>
              <a:buNone/>
              <a:defRPr sz="2800"/>
            </a:lvl5pPr>
            <a:lvl6pPr lvl="5" rtl="0">
              <a:spcBef>
                <a:spcPts val="0"/>
              </a:spcBef>
              <a:spcAft>
                <a:spcPts val="0"/>
              </a:spcAft>
              <a:buSzPts val="2800"/>
              <a:buNone/>
              <a:defRPr sz="2800"/>
            </a:lvl6pPr>
            <a:lvl7pPr lvl="6" rtl="0">
              <a:spcBef>
                <a:spcPts val="0"/>
              </a:spcBef>
              <a:spcAft>
                <a:spcPts val="0"/>
              </a:spcAft>
              <a:buSzPts val="2800"/>
              <a:buNone/>
              <a:defRPr sz="2800"/>
            </a:lvl7pPr>
            <a:lvl8pPr lvl="7" rtl="0">
              <a:spcBef>
                <a:spcPts val="0"/>
              </a:spcBef>
              <a:spcAft>
                <a:spcPts val="0"/>
              </a:spcAft>
              <a:buSzPts val="2800"/>
              <a:buNone/>
              <a:defRPr sz="2800"/>
            </a:lvl8pPr>
            <a:lvl9pPr lvl="8" rtl="0">
              <a:spcBef>
                <a:spcPts val="0"/>
              </a:spcBef>
              <a:spcAft>
                <a:spcPts val="0"/>
              </a:spcAft>
              <a:buSzPts val="2800"/>
              <a:buNone/>
              <a:defRPr sz="2800"/>
            </a:lvl9pPr>
          </a:lstStyle>
          <a:p/>
        </p:txBody>
      </p:sp>
      <p:sp>
        <p:nvSpPr>
          <p:cNvPr id="161" name="Google Shape;161;p15"/>
          <p:cNvSpPr txBox="1"/>
          <p:nvPr>
            <p:ph idx="1" type="subTitle"/>
          </p:nvPr>
        </p:nvSpPr>
        <p:spPr>
          <a:xfrm>
            <a:off x="3947250" y="2626675"/>
            <a:ext cx="3470700" cy="506100"/>
          </a:xfrm>
          <a:prstGeom prst="rect">
            <a:avLst/>
          </a:prstGeom>
        </p:spPr>
        <p:txBody>
          <a:bodyPr anchorCtr="0" anchor="t" bIns="64225" lIns="64225" spcFirstLastPara="1" rIns="64225" wrap="square" tIns="64225">
            <a:normAutofit/>
          </a:bodyPr>
          <a:lstStyle>
            <a:lvl1pPr lvl="0" rtl="0">
              <a:lnSpc>
                <a:spcPct val="100000"/>
              </a:lnSpc>
              <a:spcBef>
                <a:spcPts val="0"/>
              </a:spcBef>
              <a:spcAft>
                <a:spcPts val="0"/>
              </a:spcAft>
              <a:buClr>
                <a:srgbClr val="434343"/>
              </a:buClr>
              <a:buSzPts val="2000"/>
              <a:buNone/>
              <a:defRPr sz="2000">
                <a:solidFill>
                  <a:srgbClr val="434343"/>
                </a:solidFill>
              </a:defRPr>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p:txBody>
      </p:sp>
      <p:sp>
        <p:nvSpPr>
          <p:cNvPr id="162" name="Google Shape;162;p15"/>
          <p:cNvSpPr txBox="1"/>
          <p:nvPr>
            <p:ph idx="12" type="sldNum"/>
          </p:nvPr>
        </p:nvSpPr>
        <p:spPr>
          <a:xfrm>
            <a:off x="8501858" y="470646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163" name="Google Shape;163;p15"/>
          <p:cNvGrpSpPr/>
          <p:nvPr/>
        </p:nvGrpSpPr>
        <p:grpSpPr>
          <a:xfrm>
            <a:off x="1496" y="490"/>
            <a:ext cx="2951425" cy="2879357"/>
            <a:chOff x="1496" y="75"/>
            <a:chExt cx="2951425" cy="2889760"/>
          </a:xfrm>
        </p:grpSpPr>
        <p:sp>
          <p:nvSpPr>
            <p:cNvPr id="164" name="Google Shape;164;p15"/>
            <p:cNvSpPr/>
            <p:nvPr/>
          </p:nvSpPr>
          <p:spPr>
            <a:xfrm rot="-5400000">
              <a:off x="1646" y="-75"/>
              <a:ext cx="2299800" cy="2300100"/>
            </a:xfrm>
            <a:prstGeom prst="diagStripe">
              <a:avLst>
                <a:gd fmla="val 50000" name="adj"/>
              </a:avLst>
            </a:prstGeom>
            <a:solidFill>
              <a:schemeClr val="accent1"/>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65" name="Google Shape;165;p15"/>
            <p:cNvSpPr/>
            <p:nvPr/>
          </p:nvSpPr>
          <p:spPr>
            <a:xfrm flipH="1">
              <a:off x="652821" y="590035"/>
              <a:ext cx="2300100" cy="2299800"/>
            </a:xfrm>
            <a:prstGeom prst="diagStripe">
              <a:avLst>
                <a:gd fmla="val 50000" name="adj"/>
              </a:avLst>
            </a:prstGeom>
            <a:solidFill>
              <a:schemeClr val="lt2"/>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166" name="Google Shape;166;p15"/>
          <p:cNvSpPr/>
          <p:nvPr/>
        </p:nvSpPr>
        <p:spPr>
          <a:xfrm rot="-5400000">
            <a:off x="-44920" y="-98350"/>
            <a:ext cx="5152800" cy="5153700"/>
          </a:xfrm>
          <a:prstGeom prst="diagStripe">
            <a:avLst>
              <a:gd fmla="val 50000" name="adj"/>
            </a:avLst>
          </a:prstGeom>
          <a:solidFill>
            <a:srgbClr val="000000">
              <a:alpha val="3030"/>
            </a:srgb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67" name="Google Shape;167;p15"/>
          <p:cNvSpPr/>
          <p:nvPr/>
        </p:nvSpPr>
        <p:spPr>
          <a:xfrm rot="-5400000">
            <a:off x="-8650" y="1103325"/>
            <a:ext cx="3996600" cy="3996900"/>
          </a:xfrm>
          <a:prstGeom prst="diagStripe">
            <a:avLst>
              <a:gd fmla="val 58774" name="adj"/>
            </a:avLst>
          </a:prstGeom>
          <a:solidFill>
            <a:srgbClr val="000000">
              <a:alpha val="3030"/>
            </a:srgb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pic>
        <p:nvPicPr>
          <p:cNvPr id="168" name="Google Shape;168;p15"/>
          <p:cNvPicPr preferRelativeResize="0"/>
          <p:nvPr/>
        </p:nvPicPr>
        <p:blipFill>
          <a:blip r:embed="rId3">
            <a:alphaModFix/>
          </a:blip>
          <a:stretch>
            <a:fillRect/>
          </a:stretch>
        </p:blipFill>
        <p:spPr>
          <a:xfrm>
            <a:off x="6268446" y="4485947"/>
            <a:ext cx="638361" cy="561925"/>
          </a:xfrm>
          <a:prstGeom prst="rect">
            <a:avLst/>
          </a:prstGeom>
          <a:noFill/>
          <a:ln>
            <a:noFill/>
          </a:ln>
        </p:spPr>
      </p:pic>
      <p:pic>
        <p:nvPicPr>
          <p:cNvPr id="169" name="Google Shape;169;p15"/>
          <p:cNvPicPr preferRelativeResize="0"/>
          <p:nvPr/>
        </p:nvPicPr>
        <p:blipFill rotWithShape="1">
          <a:blip r:embed="rId4">
            <a:alphaModFix/>
          </a:blip>
          <a:srcRect b="0" l="17864" r="22409" t="0"/>
          <a:stretch/>
        </p:blipFill>
        <p:spPr>
          <a:xfrm>
            <a:off x="6957925" y="4352125"/>
            <a:ext cx="720276" cy="6783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0" name="Shape 170"/>
        <p:cNvGrpSpPr/>
        <p:nvPr/>
      </p:nvGrpSpPr>
      <p:grpSpPr>
        <a:xfrm>
          <a:off x="0" y="0"/>
          <a:ext cx="0" cy="0"/>
          <a:chOff x="0" y="0"/>
          <a:chExt cx="0" cy="0"/>
        </a:xfrm>
      </p:grpSpPr>
      <p:grpSp>
        <p:nvGrpSpPr>
          <p:cNvPr id="171" name="Google Shape;171;p16"/>
          <p:cNvGrpSpPr/>
          <p:nvPr/>
        </p:nvGrpSpPr>
        <p:grpSpPr>
          <a:xfrm>
            <a:off x="4406400" y="0"/>
            <a:ext cx="4737600" cy="5143065"/>
            <a:chOff x="4406400" y="0"/>
            <a:chExt cx="4737600" cy="5143065"/>
          </a:xfrm>
        </p:grpSpPr>
        <p:sp>
          <p:nvSpPr>
            <p:cNvPr id="172" name="Google Shape;172;p16"/>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73" name="Google Shape;173;p16"/>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74" name="Google Shape;174;p16"/>
            <p:cNvSpPr/>
            <p:nvPr/>
          </p:nvSpPr>
          <p:spPr>
            <a:xfrm rot="-5400000">
              <a:off x="5618399" y="1236468"/>
              <a:ext cx="808800" cy="808800"/>
            </a:xfrm>
            <a:prstGeom prst="diagStripe">
              <a:avLst>
                <a:gd fmla="val 50000" name="adj"/>
              </a:avLst>
            </a:prstGeom>
            <a:solidFill>
              <a:srgbClr val="CCCCCC"/>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75" name="Google Shape;175;p16"/>
            <p:cNvSpPr/>
            <p:nvPr/>
          </p:nvSpPr>
          <p:spPr>
            <a:xfrm flipH="1">
              <a:off x="5849857" y="1443956"/>
              <a:ext cx="808800" cy="808800"/>
            </a:xfrm>
            <a:prstGeom prst="diagStripe">
              <a:avLst>
                <a:gd fmla="val 50000" name="adj"/>
              </a:avLst>
            </a:prstGeom>
            <a:solidFill>
              <a:srgbClr val="CCCCCC"/>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76" name="Google Shape;176;p16"/>
            <p:cNvSpPr/>
            <p:nvPr/>
          </p:nvSpPr>
          <p:spPr>
            <a:xfrm rot="-5400000">
              <a:off x="5987081" y="2469465"/>
              <a:ext cx="808800" cy="808800"/>
            </a:xfrm>
            <a:prstGeom prst="diagStripe">
              <a:avLst>
                <a:gd fmla="val 50000" name="adj"/>
              </a:avLst>
            </a:prstGeom>
            <a:solidFill>
              <a:srgbClr val="CCCCCC"/>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77" name="Google Shape;177;p16"/>
            <p:cNvSpPr/>
            <p:nvPr/>
          </p:nvSpPr>
          <p:spPr>
            <a:xfrm flipH="1">
              <a:off x="6222115" y="2676953"/>
              <a:ext cx="808800" cy="808800"/>
            </a:xfrm>
            <a:prstGeom prst="diagStripe">
              <a:avLst>
                <a:gd fmla="val 50000" name="adj"/>
              </a:avLst>
            </a:prstGeom>
            <a:solidFill>
              <a:srgbClr val="CCCCCC"/>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78" name="Google Shape;178;p16"/>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79" name="Google Shape;179;p16"/>
            <p:cNvSpPr/>
            <p:nvPr/>
          </p:nvSpPr>
          <p:spPr>
            <a:xfrm flipH="1">
              <a:off x="6908099" y="2069505"/>
              <a:ext cx="808800" cy="808800"/>
            </a:xfrm>
            <a:prstGeom prst="diagStripe">
              <a:avLst>
                <a:gd fmla="val 50000" name="adj"/>
              </a:avLst>
            </a:prstGeom>
            <a:solidFill>
              <a:schemeClr val="lt2"/>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0" name="Google Shape;180;p16"/>
            <p:cNvSpPr/>
            <p:nvPr/>
          </p:nvSpPr>
          <p:spPr>
            <a:xfrm rot="-5400000">
              <a:off x="6861141" y="2477810"/>
              <a:ext cx="808800" cy="808800"/>
            </a:xfrm>
            <a:prstGeom prst="diagStripe">
              <a:avLst>
                <a:gd fmla="val 50000" name="adj"/>
              </a:avLst>
            </a:prstGeom>
            <a:solidFill>
              <a:srgbClr val="CCCCCC"/>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1" name="Google Shape;181;p16"/>
            <p:cNvSpPr/>
            <p:nvPr/>
          </p:nvSpPr>
          <p:spPr>
            <a:xfrm flipH="1">
              <a:off x="7965266" y="2692963"/>
              <a:ext cx="808800" cy="808800"/>
            </a:xfrm>
            <a:prstGeom prst="diagStripe">
              <a:avLst>
                <a:gd fmla="val 50000" name="adj"/>
              </a:avLst>
            </a:prstGeom>
            <a:solidFill>
              <a:srgbClr val="B7B7B7"/>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2" name="Google Shape;182;p16"/>
            <p:cNvSpPr/>
            <p:nvPr/>
          </p:nvSpPr>
          <p:spPr>
            <a:xfrm flipH="1">
              <a:off x="8145082" y="3308755"/>
              <a:ext cx="808800" cy="808800"/>
            </a:xfrm>
            <a:prstGeom prst="diagStripe">
              <a:avLst>
                <a:gd fmla="val 50000" name="adj"/>
              </a:avLst>
            </a:prstGeom>
            <a:solidFill>
              <a:srgbClr val="B7B7B7"/>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3" name="Google Shape;183;p16"/>
            <p:cNvSpPr/>
            <p:nvPr/>
          </p:nvSpPr>
          <p:spPr>
            <a:xfrm rot="-5400000">
              <a:off x="7047599" y="3095015"/>
              <a:ext cx="808800" cy="808800"/>
            </a:xfrm>
            <a:prstGeom prst="diagStripe">
              <a:avLst>
                <a:gd fmla="val 50000" name="adj"/>
              </a:avLst>
            </a:prstGeom>
            <a:solidFill>
              <a:srgbClr val="CCCCCC"/>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4" name="Google Shape;184;p16"/>
            <p:cNvSpPr/>
            <p:nvPr/>
          </p:nvSpPr>
          <p:spPr>
            <a:xfrm flipH="1">
              <a:off x="7276649" y="3302502"/>
              <a:ext cx="808800" cy="808800"/>
            </a:xfrm>
            <a:prstGeom prst="diagStripe">
              <a:avLst>
                <a:gd fmla="val 50000" name="adj"/>
              </a:avLst>
            </a:prstGeom>
            <a:solidFill>
              <a:srgbClr val="EFEFEF"/>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5" name="Google Shape;185;p1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6" name="Google Shape;186;p16"/>
            <p:cNvSpPr/>
            <p:nvPr/>
          </p:nvSpPr>
          <p:spPr>
            <a:xfrm flipH="1">
              <a:off x="7462448" y="3918294"/>
              <a:ext cx="808800" cy="808800"/>
            </a:xfrm>
            <a:prstGeom prst="diagStripe">
              <a:avLst>
                <a:gd fmla="val 50000" name="adj"/>
              </a:avLst>
            </a:prstGeom>
            <a:solidFill>
              <a:srgbClr val="EFEFEF"/>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7" name="Google Shape;187;p16"/>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8" name="Google Shape;188;p16"/>
            <p:cNvSpPr/>
            <p:nvPr/>
          </p:nvSpPr>
          <p:spPr>
            <a:xfrm flipH="1">
              <a:off x="8334533" y="3925960"/>
              <a:ext cx="808800" cy="808800"/>
            </a:xfrm>
            <a:prstGeom prst="diagStripe">
              <a:avLst>
                <a:gd fmla="val 50000" name="adj"/>
              </a:avLst>
            </a:prstGeom>
            <a:solidFill>
              <a:srgbClr val="B7B7B7"/>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89" name="Google Shape;189;p16"/>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190" name="Google Shape;190;p16"/>
          <p:cNvSpPr txBox="1"/>
          <p:nvPr>
            <p:ph type="title"/>
          </p:nvPr>
        </p:nvSpPr>
        <p:spPr>
          <a:xfrm>
            <a:off x="823850" y="2053000"/>
            <a:ext cx="4587000" cy="1148700"/>
          </a:xfrm>
          <a:prstGeom prst="rect">
            <a:avLst/>
          </a:prstGeom>
        </p:spPr>
        <p:txBody>
          <a:bodyPr anchorCtr="0" anchor="ctr" bIns="64225" lIns="64225" spcFirstLastPara="1" rIns="64225" wrap="square" tIns="64225">
            <a:normAutofit/>
          </a:bodyPr>
          <a:lstStyle>
            <a:lvl1pPr lvl="0" rtl="0">
              <a:spcBef>
                <a:spcPts val="0"/>
              </a:spcBef>
              <a:spcAft>
                <a:spcPts val="0"/>
              </a:spcAft>
              <a:buSzPts val="2700"/>
              <a:buNone/>
              <a:defRPr sz="2700"/>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191" name="Google Shape;191;p16"/>
          <p:cNvSpPr txBox="1"/>
          <p:nvPr>
            <p:ph idx="12" type="sldNum"/>
          </p:nvPr>
        </p:nvSpPr>
        <p:spPr>
          <a:xfrm>
            <a:off x="8472458" y="466321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2" name="Shape 192"/>
        <p:cNvGrpSpPr/>
        <p:nvPr/>
      </p:nvGrpSpPr>
      <p:grpSpPr>
        <a:xfrm>
          <a:off x="0" y="0"/>
          <a:ext cx="0" cy="0"/>
          <a:chOff x="0" y="0"/>
          <a:chExt cx="0" cy="0"/>
        </a:xfrm>
      </p:grpSpPr>
      <p:grpSp>
        <p:nvGrpSpPr>
          <p:cNvPr id="193" name="Google Shape;193;p17"/>
          <p:cNvGrpSpPr/>
          <p:nvPr/>
        </p:nvGrpSpPr>
        <p:grpSpPr>
          <a:xfrm>
            <a:off x="0" y="381001"/>
            <a:ext cx="1037850" cy="1016287"/>
            <a:chOff x="0" y="381001"/>
            <a:chExt cx="1037850" cy="1016287"/>
          </a:xfrm>
        </p:grpSpPr>
        <p:sp>
          <p:nvSpPr>
            <p:cNvPr id="194" name="Google Shape;194;p17"/>
            <p:cNvSpPr/>
            <p:nvPr/>
          </p:nvSpPr>
          <p:spPr>
            <a:xfrm rot="-5400000">
              <a:off x="0" y="381001"/>
              <a:ext cx="808800" cy="808800"/>
            </a:xfrm>
            <a:prstGeom prst="diagStripe">
              <a:avLst>
                <a:gd fmla="val 50000" name="adj"/>
              </a:avLst>
            </a:prstGeom>
            <a:solidFill>
              <a:schemeClr val="accent1"/>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195" name="Google Shape;195;p17"/>
            <p:cNvSpPr/>
            <p:nvPr/>
          </p:nvSpPr>
          <p:spPr>
            <a:xfrm flipH="1">
              <a:off x="229050" y="588489"/>
              <a:ext cx="808800" cy="808800"/>
            </a:xfrm>
            <a:prstGeom prst="diagStripe">
              <a:avLst>
                <a:gd fmla="val 50000" name="adj"/>
              </a:avLst>
            </a:prstGeom>
            <a:solidFill>
              <a:schemeClr val="lt2"/>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196" name="Google Shape;196;p17"/>
          <p:cNvSpPr txBox="1"/>
          <p:nvPr>
            <p:ph type="title"/>
          </p:nvPr>
        </p:nvSpPr>
        <p:spPr>
          <a:xfrm>
            <a:off x="1141500" y="393750"/>
            <a:ext cx="7944000" cy="914100"/>
          </a:xfrm>
          <a:prstGeom prst="rect">
            <a:avLst/>
          </a:prstGeom>
        </p:spPr>
        <p:txBody>
          <a:bodyPr anchorCtr="0" anchor="t" bIns="64225" lIns="64225" spcFirstLastPara="1" rIns="64225" wrap="square" tIns="64225">
            <a:normAutofit/>
          </a:bodyPr>
          <a:lstStyle>
            <a:lvl1pPr lvl="0" rtl="0">
              <a:spcBef>
                <a:spcPts val="0"/>
              </a:spcBef>
              <a:spcAft>
                <a:spcPts val="0"/>
              </a:spcAft>
              <a:buSzPts val="2900"/>
              <a:buNone/>
              <a:defRPr sz="29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97" name="Google Shape;197;p17"/>
          <p:cNvSpPr txBox="1"/>
          <p:nvPr>
            <p:ph idx="1" type="body"/>
          </p:nvPr>
        </p:nvSpPr>
        <p:spPr>
          <a:xfrm>
            <a:off x="1297500" y="1567550"/>
            <a:ext cx="7038900" cy="2911200"/>
          </a:xfrm>
          <a:prstGeom prst="rect">
            <a:avLst/>
          </a:prstGeom>
        </p:spPr>
        <p:txBody>
          <a:bodyPr anchorCtr="0" anchor="t" bIns="64225" lIns="64225" spcFirstLastPara="1" rIns="64225" wrap="square" tIns="64225">
            <a:normAutofit/>
          </a:bodyPr>
          <a:lstStyle>
            <a:lvl1pPr indent="-330200" lvl="0" marL="457200" rtl="0">
              <a:spcBef>
                <a:spcPts val="0"/>
              </a:spcBef>
              <a:spcAft>
                <a:spcPts val="0"/>
              </a:spcAft>
              <a:buSzPts val="1600"/>
              <a:buChar char="●"/>
              <a:defRPr sz="16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98" name="Google Shape;198;p17"/>
          <p:cNvSpPr txBox="1"/>
          <p:nvPr>
            <p:ph idx="12" type="sldNum"/>
          </p:nvPr>
        </p:nvSpPr>
        <p:spPr>
          <a:xfrm>
            <a:off x="8472458" y="466321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9" name="Shape 199"/>
        <p:cNvGrpSpPr/>
        <p:nvPr/>
      </p:nvGrpSpPr>
      <p:grpSpPr>
        <a:xfrm>
          <a:off x="0" y="0"/>
          <a:ext cx="0" cy="0"/>
          <a:chOff x="0" y="0"/>
          <a:chExt cx="0" cy="0"/>
        </a:xfrm>
      </p:grpSpPr>
      <p:grpSp>
        <p:nvGrpSpPr>
          <p:cNvPr id="200" name="Google Shape;200;p18"/>
          <p:cNvGrpSpPr/>
          <p:nvPr/>
        </p:nvGrpSpPr>
        <p:grpSpPr>
          <a:xfrm>
            <a:off x="0" y="381001"/>
            <a:ext cx="1037850" cy="1016287"/>
            <a:chOff x="0" y="381001"/>
            <a:chExt cx="1037850" cy="1016287"/>
          </a:xfrm>
        </p:grpSpPr>
        <p:sp>
          <p:nvSpPr>
            <p:cNvPr id="201" name="Google Shape;201;p18"/>
            <p:cNvSpPr/>
            <p:nvPr/>
          </p:nvSpPr>
          <p:spPr>
            <a:xfrm rot="-5400000">
              <a:off x="0" y="381001"/>
              <a:ext cx="808800" cy="808800"/>
            </a:xfrm>
            <a:prstGeom prst="diagStripe">
              <a:avLst>
                <a:gd fmla="val 50000" name="adj"/>
              </a:avLst>
            </a:prstGeom>
            <a:solidFill>
              <a:schemeClr val="accent1"/>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02" name="Google Shape;202;p18"/>
            <p:cNvSpPr/>
            <p:nvPr/>
          </p:nvSpPr>
          <p:spPr>
            <a:xfrm flipH="1">
              <a:off x="229050" y="588489"/>
              <a:ext cx="808800" cy="808800"/>
            </a:xfrm>
            <a:prstGeom prst="diagStripe">
              <a:avLst>
                <a:gd fmla="val 50000" name="adj"/>
              </a:avLst>
            </a:prstGeom>
            <a:solidFill>
              <a:schemeClr val="lt2"/>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203" name="Google Shape;203;p18"/>
          <p:cNvSpPr txBox="1"/>
          <p:nvPr>
            <p:ph type="title"/>
          </p:nvPr>
        </p:nvSpPr>
        <p:spPr>
          <a:xfrm>
            <a:off x="1185600" y="334850"/>
            <a:ext cx="7882200" cy="914100"/>
          </a:xfrm>
          <a:prstGeom prst="rect">
            <a:avLst/>
          </a:prstGeom>
        </p:spPr>
        <p:txBody>
          <a:bodyPr anchorCtr="0" anchor="t" bIns="64225" lIns="64225" spcFirstLastPara="1" rIns="64225" wrap="square" tIns="64225">
            <a:normAutofit/>
          </a:bodyPr>
          <a:lstStyle>
            <a:lvl1pPr lvl="0" rtl="0">
              <a:spcBef>
                <a:spcPts val="0"/>
              </a:spcBef>
              <a:spcAft>
                <a:spcPts val="0"/>
              </a:spcAft>
              <a:buSzPts val="2900"/>
              <a:buNone/>
              <a:defRPr sz="29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p:txBody>
      </p:sp>
      <p:sp>
        <p:nvSpPr>
          <p:cNvPr id="204" name="Google Shape;204;p18"/>
          <p:cNvSpPr txBox="1"/>
          <p:nvPr/>
        </p:nvSpPr>
        <p:spPr>
          <a:xfrm>
            <a:off x="1409625" y="1455425"/>
            <a:ext cx="3739500" cy="2911200"/>
          </a:xfrm>
          <a:prstGeom prst="rect">
            <a:avLst/>
          </a:prstGeom>
          <a:noFill/>
          <a:ln>
            <a:noFill/>
          </a:ln>
        </p:spPr>
        <p:txBody>
          <a:bodyPr anchorCtr="0" anchor="ctr" bIns="64225" lIns="64225" spcFirstLastPara="1" rIns="64225" wrap="square" tIns="64225">
            <a:noAutofit/>
          </a:bodyPr>
          <a:lstStyle/>
          <a:p>
            <a:pPr indent="0" lvl="0" marL="0" rtl="0" algn="l">
              <a:spcBef>
                <a:spcPts val="0"/>
              </a:spcBef>
              <a:spcAft>
                <a:spcPts val="0"/>
              </a:spcAft>
              <a:buNone/>
            </a:pPr>
            <a:r>
              <a:rPr lang="en" sz="1000">
                <a:latin typeface="Lato"/>
                <a:ea typeface="Lato"/>
                <a:cs typeface="Lato"/>
                <a:sym typeface="Lato"/>
              </a:rPr>
              <a:t>Except where otherwise indicated, The contents of this slide presentation are available for use under the </a:t>
            </a:r>
            <a:r>
              <a:rPr lang="en" sz="1000" u="sng">
                <a:solidFill>
                  <a:schemeClr val="hlink"/>
                </a:solidFill>
                <a:latin typeface="Lato"/>
                <a:ea typeface="Lato"/>
                <a:cs typeface="Lato"/>
                <a:sym typeface="Lato"/>
                <a:hlinkClick r:id="rId2"/>
              </a:rPr>
              <a:t>Creative Commons Attribution 4.0 license</a:t>
            </a:r>
            <a:r>
              <a:rPr lang="en" sz="1000">
                <a:latin typeface="Lato"/>
                <a:ea typeface="Lato"/>
                <a:cs typeface="Lato"/>
                <a:sym typeface="Lato"/>
              </a:rPr>
              <a:t>. </a:t>
            </a:r>
            <a:endParaRPr sz="1000">
              <a:latin typeface="Lato"/>
              <a:ea typeface="Lato"/>
              <a:cs typeface="Lato"/>
              <a:sym typeface="Lato"/>
            </a:endParaRPr>
          </a:p>
          <a:p>
            <a:pPr indent="0" lvl="0" marL="0" rtl="0" algn="l">
              <a:spcBef>
                <a:spcPts val="0"/>
              </a:spcBef>
              <a:spcAft>
                <a:spcPts val="0"/>
              </a:spcAft>
              <a:buNone/>
            </a:pPr>
            <a:r>
              <a:t/>
            </a:r>
            <a:endParaRPr sz="1000">
              <a:latin typeface="Lato"/>
              <a:ea typeface="Lato"/>
              <a:cs typeface="Lato"/>
              <a:sym typeface="Lato"/>
            </a:endParaRPr>
          </a:p>
          <a:p>
            <a:pPr indent="0" lvl="0" marL="0" rtl="0" algn="l">
              <a:spcBef>
                <a:spcPts val="0"/>
              </a:spcBef>
              <a:spcAft>
                <a:spcPts val="0"/>
              </a:spcAft>
              <a:buNone/>
            </a:pPr>
            <a:r>
              <a:rPr lang="en" sz="1000">
                <a:latin typeface="Lato"/>
                <a:ea typeface="Lato"/>
                <a:cs typeface="Lato"/>
                <a:sym typeface="Lato"/>
              </a:rPr>
              <a:t>You are free to adapt and share the work, but you must give appropriate credit, provide a link to the license, and indicate if changes were made.</a:t>
            </a:r>
            <a:endParaRPr sz="1000">
              <a:latin typeface="Lato"/>
              <a:ea typeface="Lato"/>
              <a:cs typeface="Lato"/>
              <a:sym typeface="Lato"/>
            </a:endParaRPr>
          </a:p>
          <a:p>
            <a:pPr indent="0" lvl="0" marL="0" rtl="0" algn="l">
              <a:spcBef>
                <a:spcPts val="0"/>
              </a:spcBef>
              <a:spcAft>
                <a:spcPts val="0"/>
              </a:spcAft>
              <a:buNone/>
            </a:pPr>
            <a:r>
              <a:t/>
            </a:r>
            <a:endParaRPr sz="1000">
              <a:latin typeface="Lato"/>
              <a:ea typeface="Lato"/>
              <a:cs typeface="Lato"/>
              <a:sym typeface="Lato"/>
            </a:endParaRPr>
          </a:p>
          <a:p>
            <a:pPr indent="0" lvl="0" marL="0" rtl="0" algn="l">
              <a:spcBef>
                <a:spcPts val="0"/>
              </a:spcBef>
              <a:spcAft>
                <a:spcPts val="0"/>
              </a:spcAft>
              <a:buNone/>
            </a:pPr>
            <a:r>
              <a:rPr b="1" lang="en" sz="1000">
                <a:latin typeface="Lato"/>
                <a:ea typeface="Lato"/>
                <a:cs typeface="Lato"/>
                <a:sym typeface="Lato"/>
              </a:rPr>
              <a:t>Sample attribution: </a:t>
            </a:r>
            <a:r>
              <a:rPr lang="en" sz="1000">
                <a:latin typeface="Lato"/>
                <a:ea typeface="Lato"/>
                <a:cs typeface="Lato"/>
                <a:sym typeface="Lato"/>
              </a:rPr>
              <a:t>[Title of work] by Johns Hopkins Data Science Lab. </a:t>
            </a:r>
            <a:r>
              <a:rPr lang="en" sz="1000" u="sng">
                <a:solidFill>
                  <a:schemeClr val="hlink"/>
                </a:solidFill>
                <a:latin typeface="Lato"/>
                <a:ea typeface="Lato"/>
                <a:cs typeface="Lato"/>
                <a:sym typeface="Lato"/>
                <a:hlinkClick r:id="rId3"/>
              </a:rPr>
              <a:t>CC-BY 4.0</a:t>
            </a:r>
            <a:endParaRPr sz="1000">
              <a:latin typeface="Lato"/>
              <a:ea typeface="Lato"/>
              <a:cs typeface="Lato"/>
              <a:sym typeface="Lato"/>
            </a:endParaRPr>
          </a:p>
        </p:txBody>
      </p:sp>
      <p:pic>
        <p:nvPicPr>
          <p:cNvPr id="205" name="Google Shape;205;p18"/>
          <p:cNvPicPr preferRelativeResize="0"/>
          <p:nvPr/>
        </p:nvPicPr>
        <p:blipFill>
          <a:blip r:embed="rId4">
            <a:alphaModFix/>
          </a:blip>
          <a:stretch>
            <a:fillRect/>
          </a:stretch>
        </p:blipFill>
        <p:spPr>
          <a:xfrm>
            <a:off x="5981726" y="2173675"/>
            <a:ext cx="1264139" cy="44230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6" name="Shape 206"/>
        <p:cNvGrpSpPr/>
        <p:nvPr/>
      </p:nvGrpSpPr>
      <p:grpSpPr>
        <a:xfrm>
          <a:off x="0" y="0"/>
          <a:ext cx="0" cy="0"/>
          <a:chOff x="0" y="0"/>
          <a:chExt cx="0" cy="0"/>
        </a:xfrm>
      </p:grpSpPr>
      <p:grpSp>
        <p:nvGrpSpPr>
          <p:cNvPr id="207" name="Google Shape;207;p19"/>
          <p:cNvGrpSpPr/>
          <p:nvPr/>
        </p:nvGrpSpPr>
        <p:grpSpPr>
          <a:xfrm>
            <a:off x="0" y="381001"/>
            <a:ext cx="1037850" cy="1016287"/>
            <a:chOff x="0" y="381001"/>
            <a:chExt cx="1037850" cy="1016287"/>
          </a:xfrm>
        </p:grpSpPr>
        <p:sp>
          <p:nvSpPr>
            <p:cNvPr id="208" name="Google Shape;208;p19"/>
            <p:cNvSpPr/>
            <p:nvPr/>
          </p:nvSpPr>
          <p:spPr>
            <a:xfrm rot="-5400000">
              <a:off x="0" y="381001"/>
              <a:ext cx="808800" cy="808800"/>
            </a:xfrm>
            <a:prstGeom prst="diagStripe">
              <a:avLst>
                <a:gd fmla="val 50000" name="adj"/>
              </a:avLst>
            </a:prstGeom>
            <a:solidFill>
              <a:schemeClr val="accent1"/>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09" name="Google Shape;209;p19"/>
            <p:cNvSpPr/>
            <p:nvPr/>
          </p:nvSpPr>
          <p:spPr>
            <a:xfrm flipH="1">
              <a:off x="229050" y="588489"/>
              <a:ext cx="808800" cy="808800"/>
            </a:xfrm>
            <a:prstGeom prst="diagStripe">
              <a:avLst>
                <a:gd fmla="val 50000" name="adj"/>
              </a:avLst>
            </a:prstGeom>
            <a:solidFill>
              <a:schemeClr val="lt2"/>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210" name="Google Shape;210;p19"/>
          <p:cNvSpPr txBox="1"/>
          <p:nvPr>
            <p:ph type="title"/>
          </p:nvPr>
        </p:nvSpPr>
        <p:spPr>
          <a:xfrm>
            <a:off x="1101175" y="393750"/>
            <a:ext cx="7950600" cy="914100"/>
          </a:xfrm>
          <a:prstGeom prst="rect">
            <a:avLst/>
          </a:prstGeom>
        </p:spPr>
        <p:txBody>
          <a:bodyPr anchorCtr="0" anchor="t" bIns="64225" lIns="64225" spcFirstLastPara="1" rIns="64225" wrap="square" tIns="64225">
            <a:normAutofit/>
          </a:bodyPr>
          <a:lstStyle>
            <a:lvl1pPr lvl="0" rtl="0">
              <a:spcBef>
                <a:spcPts val="0"/>
              </a:spcBef>
              <a:spcAft>
                <a:spcPts val="0"/>
              </a:spcAft>
              <a:buSzPts val="2900"/>
              <a:buNone/>
              <a:defRPr sz="2900"/>
            </a:lvl1pPr>
            <a:lvl2pPr lvl="1" rtl="0">
              <a:spcBef>
                <a:spcPts val="0"/>
              </a:spcBef>
              <a:spcAft>
                <a:spcPts val="0"/>
              </a:spcAft>
              <a:buSzPts val="1700"/>
              <a:buNone/>
              <a:defRPr sz="1700"/>
            </a:lvl2pPr>
            <a:lvl3pPr lvl="2" rtl="0">
              <a:spcBef>
                <a:spcPts val="0"/>
              </a:spcBef>
              <a:spcAft>
                <a:spcPts val="0"/>
              </a:spcAft>
              <a:buSzPts val="1700"/>
              <a:buNone/>
              <a:defRPr sz="1700"/>
            </a:lvl3pPr>
            <a:lvl4pPr lvl="3" rtl="0">
              <a:spcBef>
                <a:spcPts val="0"/>
              </a:spcBef>
              <a:spcAft>
                <a:spcPts val="0"/>
              </a:spcAft>
              <a:buSzPts val="1700"/>
              <a:buNone/>
              <a:defRPr sz="1700"/>
            </a:lvl4pPr>
            <a:lvl5pPr lvl="4" rtl="0">
              <a:spcBef>
                <a:spcPts val="0"/>
              </a:spcBef>
              <a:spcAft>
                <a:spcPts val="0"/>
              </a:spcAft>
              <a:buSzPts val="1700"/>
              <a:buNone/>
              <a:defRPr sz="1700"/>
            </a:lvl5pPr>
            <a:lvl6pPr lvl="5" rtl="0">
              <a:spcBef>
                <a:spcPts val="0"/>
              </a:spcBef>
              <a:spcAft>
                <a:spcPts val="0"/>
              </a:spcAft>
              <a:buSzPts val="1700"/>
              <a:buNone/>
              <a:defRPr sz="1700"/>
            </a:lvl6pPr>
            <a:lvl7pPr lvl="6" rtl="0">
              <a:spcBef>
                <a:spcPts val="0"/>
              </a:spcBef>
              <a:spcAft>
                <a:spcPts val="0"/>
              </a:spcAft>
              <a:buSzPts val="1700"/>
              <a:buNone/>
              <a:defRPr sz="1700"/>
            </a:lvl7pPr>
            <a:lvl8pPr lvl="7" rtl="0">
              <a:spcBef>
                <a:spcPts val="0"/>
              </a:spcBef>
              <a:spcAft>
                <a:spcPts val="0"/>
              </a:spcAft>
              <a:buSzPts val="1700"/>
              <a:buNone/>
              <a:defRPr sz="1700"/>
            </a:lvl8pPr>
            <a:lvl9pPr lvl="8" rtl="0">
              <a:spcBef>
                <a:spcPts val="0"/>
              </a:spcBef>
              <a:spcAft>
                <a:spcPts val="0"/>
              </a:spcAft>
              <a:buSzPts val="1700"/>
              <a:buNone/>
              <a:defRPr sz="1700"/>
            </a:lvl9pPr>
          </a:lstStyle>
          <a:p/>
        </p:txBody>
      </p:sp>
      <p:sp>
        <p:nvSpPr>
          <p:cNvPr id="211" name="Google Shape;211;p19"/>
          <p:cNvSpPr txBox="1"/>
          <p:nvPr>
            <p:ph idx="12" type="sldNum"/>
          </p:nvPr>
        </p:nvSpPr>
        <p:spPr>
          <a:xfrm>
            <a:off x="8472458" y="466321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2" name="Shape 212"/>
        <p:cNvGrpSpPr/>
        <p:nvPr/>
      </p:nvGrpSpPr>
      <p:grpSpPr>
        <a:xfrm>
          <a:off x="0" y="0"/>
          <a:ext cx="0" cy="0"/>
          <a:chOff x="0" y="0"/>
          <a:chExt cx="0" cy="0"/>
        </a:xfrm>
      </p:grpSpPr>
      <p:grpSp>
        <p:nvGrpSpPr>
          <p:cNvPr id="213" name="Google Shape;213;p20"/>
          <p:cNvGrpSpPr/>
          <p:nvPr/>
        </p:nvGrpSpPr>
        <p:grpSpPr>
          <a:xfrm>
            <a:off x="0" y="381001"/>
            <a:ext cx="1037850" cy="1016287"/>
            <a:chOff x="0" y="381001"/>
            <a:chExt cx="1037850" cy="1016287"/>
          </a:xfrm>
        </p:grpSpPr>
        <p:sp>
          <p:nvSpPr>
            <p:cNvPr id="214" name="Google Shape;214;p20"/>
            <p:cNvSpPr/>
            <p:nvPr/>
          </p:nvSpPr>
          <p:spPr>
            <a:xfrm rot="-5400000">
              <a:off x="0" y="381001"/>
              <a:ext cx="808800" cy="808800"/>
            </a:xfrm>
            <a:prstGeom prst="diagStripe">
              <a:avLst>
                <a:gd fmla="val 50000" name="adj"/>
              </a:avLst>
            </a:prstGeom>
            <a:solidFill>
              <a:schemeClr val="accent1"/>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15" name="Google Shape;215;p20"/>
            <p:cNvSpPr/>
            <p:nvPr/>
          </p:nvSpPr>
          <p:spPr>
            <a:xfrm flipH="1">
              <a:off x="229050" y="588489"/>
              <a:ext cx="808800" cy="808800"/>
            </a:xfrm>
            <a:prstGeom prst="diagStripe">
              <a:avLst>
                <a:gd fmla="val 50000" name="adj"/>
              </a:avLst>
            </a:prstGeom>
            <a:solidFill>
              <a:schemeClr val="lt2"/>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216" name="Google Shape;216;p20"/>
          <p:cNvSpPr txBox="1"/>
          <p:nvPr>
            <p:ph type="title"/>
          </p:nvPr>
        </p:nvSpPr>
        <p:spPr>
          <a:xfrm>
            <a:off x="1297500" y="393750"/>
            <a:ext cx="3798900" cy="1493100"/>
          </a:xfrm>
          <a:prstGeom prst="rect">
            <a:avLst/>
          </a:prstGeom>
        </p:spPr>
        <p:txBody>
          <a:bodyPr anchorCtr="0" anchor="t" bIns="64225" lIns="64225" spcFirstLastPara="1" rIns="64225" wrap="square" tIns="64225">
            <a:normAutofit/>
          </a:bodyPr>
          <a:lstStyle>
            <a:lvl1pPr lvl="0" rtl="0">
              <a:spcBef>
                <a:spcPts val="0"/>
              </a:spcBef>
              <a:spcAft>
                <a:spcPts val="0"/>
              </a:spcAft>
              <a:buSzPts val="1700"/>
              <a:buNone/>
              <a:defRPr sz="1700"/>
            </a:lvl1pPr>
            <a:lvl2pPr lvl="1" rtl="0">
              <a:spcBef>
                <a:spcPts val="0"/>
              </a:spcBef>
              <a:spcAft>
                <a:spcPts val="0"/>
              </a:spcAft>
              <a:buSzPts val="1700"/>
              <a:buNone/>
              <a:defRPr sz="1700"/>
            </a:lvl2pPr>
            <a:lvl3pPr lvl="2" rtl="0">
              <a:spcBef>
                <a:spcPts val="0"/>
              </a:spcBef>
              <a:spcAft>
                <a:spcPts val="0"/>
              </a:spcAft>
              <a:buSzPts val="1700"/>
              <a:buNone/>
              <a:defRPr sz="1700"/>
            </a:lvl3pPr>
            <a:lvl4pPr lvl="3" rtl="0">
              <a:spcBef>
                <a:spcPts val="0"/>
              </a:spcBef>
              <a:spcAft>
                <a:spcPts val="0"/>
              </a:spcAft>
              <a:buSzPts val="1700"/>
              <a:buNone/>
              <a:defRPr sz="1700"/>
            </a:lvl4pPr>
            <a:lvl5pPr lvl="4" rtl="0">
              <a:spcBef>
                <a:spcPts val="0"/>
              </a:spcBef>
              <a:spcAft>
                <a:spcPts val="0"/>
              </a:spcAft>
              <a:buSzPts val="1700"/>
              <a:buNone/>
              <a:defRPr sz="1700"/>
            </a:lvl5pPr>
            <a:lvl6pPr lvl="5" rtl="0">
              <a:spcBef>
                <a:spcPts val="0"/>
              </a:spcBef>
              <a:spcAft>
                <a:spcPts val="0"/>
              </a:spcAft>
              <a:buSzPts val="1700"/>
              <a:buNone/>
              <a:defRPr sz="1700"/>
            </a:lvl6pPr>
            <a:lvl7pPr lvl="6" rtl="0">
              <a:spcBef>
                <a:spcPts val="0"/>
              </a:spcBef>
              <a:spcAft>
                <a:spcPts val="0"/>
              </a:spcAft>
              <a:buSzPts val="1700"/>
              <a:buNone/>
              <a:defRPr sz="1700"/>
            </a:lvl7pPr>
            <a:lvl8pPr lvl="7" rtl="0">
              <a:spcBef>
                <a:spcPts val="0"/>
              </a:spcBef>
              <a:spcAft>
                <a:spcPts val="0"/>
              </a:spcAft>
              <a:buSzPts val="1700"/>
              <a:buNone/>
              <a:defRPr sz="1700"/>
            </a:lvl8pPr>
            <a:lvl9pPr lvl="8" rtl="0">
              <a:spcBef>
                <a:spcPts val="0"/>
              </a:spcBef>
              <a:spcAft>
                <a:spcPts val="0"/>
              </a:spcAft>
              <a:buSzPts val="1700"/>
              <a:buNone/>
              <a:defRPr sz="1700"/>
            </a:lvl9pPr>
          </a:lstStyle>
          <a:p/>
        </p:txBody>
      </p:sp>
      <p:sp>
        <p:nvSpPr>
          <p:cNvPr id="217" name="Google Shape;217;p20"/>
          <p:cNvSpPr txBox="1"/>
          <p:nvPr>
            <p:ph idx="1" type="body"/>
          </p:nvPr>
        </p:nvSpPr>
        <p:spPr>
          <a:xfrm>
            <a:off x="1297500" y="1972550"/>
            <a:ext cx="3798900" cy="2415900"/>
          </a:xfrm>
          <a:prstGeom prst="rect">
            <a:avLst/>
          </a:prstGeom>
        </p:spPr>
        <p:txBody>
          <a:bodyPr anchorCtr="0" anchor="t" bIns="64225" lIns="64225" spcFirstLastPara="1" rIns="64225" wrap="square" tIns="64225">
            <a:normAutofit/>
          </a:bodyPr>
          <a:lstStyle>
            <a:lvl1pPr indent="-285750" lvl="0" marL="457200" rtl="0">
              <a:spcBef>
                <a:spcPts val="0"/>
              </a:spcBef>
              <a:spcAft>
                <a:spcPts val="0"/>
              </a:spcAft>
              <a:buSzPts val="900"/>
              <a:buChar char="●"/>
              <a:defRPr/>
            </a:lvl1pPr>
            <a:lvl2pPr indent="-279400" lvl="1" marL="914400" rtl="0">
              <a:spcBef>
                <a:spcPts val="0"/>
              </a:spcBef>
              <a:spcAft>
                <a:spcPts val="0"/>
              </a:spcAft>
              <a:buSzPts val="800"/>
              <a:buChar char="○"/>
              <a:defRPr/>
            </a:lvl2pPr>
            <a:lvl3pPr indent="-279400" lvl="2" marL="1371600" rtl="0">
              <a:spcBef>
                <a:spcPts val="0"/>
              </a:spcBef>
              <a:spcAft>
                <a:spcPts val="0"/>
              </a:spcAft>
              <a:buSzPts val="800"/>
              <a:buChar char="■"/>
              <a:defRPr/>
            </a:lvl3pPr>
            <a:lvl4pPr indent="-279400" lvl="3" marL="1828800" rtl="0">
              <a:spcBef>
                <a:spcPts val="0"/>
              </a:spcBef>
              <a:spcAft>
                <a:spcPts val="0"/>
              </a:spcAft>
              <a:buSzPts val="800"/>
              <a:buChar char="●"/>
              <a:defRPr/>
            </a:lvl4pPr>
            <a:lvl5pPr indent="-279400" lvl="4" marL="2286000" rtl="0">
              <a:spcBef>
                <a:spcPts val="0"/>
              </a:spcBef>
              <a:spcAft>
                <a:spcPts val="0"/>
              </a:spcAft>
              <a:buSzPts val="800"/>
              <a:buChar char="○"/>
              <a:defRPr/>
            </a:lvl5pPr>
            <a:lvl6pPr indent="-279400" lvl="5" marL="2743200" rtl="0">
              <a:spcBef>
                <a:spcPts val="0"/>
              </a:spcBef>
              <a:spcAft>
                <a:spcPts val="0"/>
              </a:spcAft>
              <a:buSzPts val="800"/>
              <a:buChar char="■"/>
              <a:defRPr/>
            </a:lvl6pPr>
            <a:lvl7pPr indent="-279400" lvl="6" marL="3200400" rtl="0">
              <a:spcBef>
                <a:spcPts val="0"/>
              </a:spcBef>
              <a:spcAft>
                <a:spcPts val="0"/>
              </a:spcAft>
              <a:buSzPts val="800"/>
              <a:buChar char="●"/>
              <a:defRPr/>
            </a:lvl7pPr>
            <a:lvl8pPr indent="-279400" lvl="7" marL="3657600" rtl="0">
              <a:spcBef>
                <a:spcPts val="0"/>
              </a:spcBef>
              <a:spcAft>
                <a:spcPts val="0"/>
              </a:spcAft>
              <a:buSzPts val="800"/>
              <a:buChar char="○"/>
              <a:defRPr/>
            </a:lvl8pPr>
            <a:lvl9pPr indent="-279400" lvl="8" marL="4114800" rtl="0">
              <a:spcBef>
                <a:spcPts val="0"/>
              </a:spcBef>
              <a:spcAft>
                <a:spcPts val="0"/>
              </a:spcAft>
              <a:buSzPts val="800"/>
              <a:buChar char="■"/>
              <a:defRPr/>
            </a:lvl9pPr>
          </a:lstStyle>
          <a:p/>
        </p:txBody>
      </p:sp>
      <p:sp>
        <p:nvSpPr>
          <p:cNvPr id="218" name="Google Shape;218;p20"/>
          <p:cNvSpPr txBox="1"/>
          <p:nvPr>
            <p:ph idx="12" type="sldNum"/>
          </p:nvPr>
        </p:nvSpPr>
        <p:spPr>
          <a:xfrm>
            <a:off x="8472458" y="466321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9" name="Shape 219"/>
        <p:cNvGrpSpPr/>
        <p:nvPr/>
      </p:nvGrpSpPr>
      <p:grpSpPr>
        <a:xfrm>
          <a:off x="0" y="0"/>
          <a:ext cx="0" cy="0"/>
          <a:chOff x="0" y="0"/>
          <a:chExt cx="0" cy="0"/>
        </a:xfrm>
      </p:grpSpPr>
      <p:grpSp>
        <p:nvGrpSpPr>
          <p:cNvPr id="220" name="Google Shape;220;p21"/>
          <p:cNvGrpSpPr/>
          <p:nvPr/>
        </p:nvGrpSpPr>
        <p:grpSpPr>
          <a:xfrm>
            <a:off x="4406400" y="0"/>
            <a:ext cx="4737600" cy="5143500"/>
            <a:chOff x="4406400" y="0"/>
            <a:chExt cx="4737600" cy="5143500"/>
          </a:xfrm>
        </p:grpSpPr>
        <p:sp>
          <p:nvSpPr>
            <p:cNvPr id="221" name="Google Shape;221;p21"/>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22" name="Google Shape;222;p21"/>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23" name="Google Shape;223;p21"/>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24" name="Google Shape;224;p21"/>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25" name="Google Shape;225;p21"/>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26" name="Google Shape;226;p21"/>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27" name="Google Shape;227;p21"/>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28" name="Google Shape;228;p21"/>
            <p:cNvSpPr/>
            <p:nvPr/>
          </p:nvSpPr>
          <p:spPr>
            <a:xfrm flipH="1">
              <a:off x="6908099" y="2069680"/>
              <a:ext cx="808800" cy="808800"/>
            </a:xfrm>
            <a:prstGeom prst="diagStripe">
              <a:avLst>
                <a:gd fmla="val 50000" name="adj"/>
              </a:avLst>
            </a:prstGeom>
            <a:solidFill>
              <a:schemeClr val="lt2"/>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29" name="Google Shape;229;p21"/>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30" name="Google Shape;230;p21"/>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31" name="Google Shape;231;p21"/>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32" name="Google Shape;232;p21"/>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33" name="Google Shape;233;p21"/>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34" name="Google Shape;234;p2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35" name="Google Shape;235;p21"/>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36" name="Google Shape;236;p21"/>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37" name="Google Shape;237;p21"/>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38" name="Google Shape;238;p21"/>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239" name="Google Shape;239;p21"/>
          <p:cNvSpPr txBox="1"/>
          <p:nvPr>
            <p:ph type="title"/>
          </p:nvPr>
        </p:nvSpPr>
        <p:spPr>
          <a:xfrm>
            <a:off x="823850" y="866775"/>
            <a:ext cx="4587000" cy="3521100"/>
          </a:xfrm>
          <a:prstGeom prst="rect">
            <a:avLst/>
          </a:prstGeom>
        </p:spPr>
        <p:txBody>
          <a:bodyPr anchorCtr="0" anchor="ctr" bIns="64225" lIns="64225" spcFirstLastPara="1" rIns="64225" wrap="square" tIns="64225">
            <a:normAutofit/>
          </a:bodyPr>
          <a:lstStyle>
            <a:lvl1pPr lvl="0" rtl="0">
              <a:spcBef>
                <a:spcPts val="0"/>
              </a:spcBef>
              <a:spcAft>
                <a:spcPts val="0"/>
              </a:spcAft>
              <a:buSzPts val="2700"/>
              <a:buNone/>
              <a:defRPr sz="2700"/>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240" name="Google Shape;240;p21"/>
          <p:cNvSpPr txBox="1"/>
          <p:nvPr>
            <p:ph idx="12" type="sldNum"/>
          </p:nvPr>
        </p:nvSpPr>
        <p:spPr>
          <a:xfrm>
            <a:off x="8472458" y="466321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1" name="Shape 241"/>
        <p:cNvGrpSpPr/>
        <p:nvPr/>
      </p:nvGrpSpPr>
      <p:grpSpPr>
        <a:xfrm>
          <a:off x="0" y="0"/>
          <a:ext cx="0" cy="0"/>
          <a:chOff x="0" y="0"/>
          <a:chExt cx="0" cy="0"/>
        </a:xfrm>
      </p:grpSpPr>
      <p:grpSp>
        <p:nvGrpSpPr>
          <p:cNvPr id="242" name="Google Shape;242;p22"/>
          <p:cNvGrpSpPr/>
          <p:nvPr/>
        </p:nvGrpSpPr>
        <p:grpSpPr>
          <a:xfrm>
            <a:off x="0" y="381001"/>
            <a:ext cx="1037850" cy="1016287"/>
            <a:chOff x="0" y="381001"/>
            <a:chExt cx="1037850" cy="1016287"/>
          </a:xfrm>
        </p:grpSpPr>
        <p:sp>
          <p:nvSpPr>
            <p:cNvPr id="243" name="Google Shape;243;p22"/>
            <p:cNvSpPr/>
            <p:nvPr/>
          </p:nvSpPr>
          <p:spPr>
            <a:xfrm rot="-5400000">
              <a:off x="0" y="381001"/>
              <a:ext cx="808800" cy="808800"/>
            </a:xfrm>
            <a:prstGeom prst="diagStripe">
              <a:avLst>
                <a:gd fmla="val 50000" name="adj"/>
              </a:avLst>
            </a:prstGeom>
            <a:solidFill>
              <a:schemeClr val="accent1"/>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44" name="Google Shape;244;p22"/>
            <p:cNvSpPr/>
            <p:nvPr/>
          </p:nvSpPr>
          <p:spPr>
            <a:xfrm flipH="1">
              <a:off x="229050" y="588489"/>
              <a:ext cx="808800" cy="808800"/>
            </a:xfrm>
            <a:prstGeom prst="diagStripe">
              <a:avLst>
                <a:gd fmla="val 50000" name="adj"/>
              </a:avLst>
            </a:prstGeom>
            <a:solidFill>
              <a:schemeClr val="lt2"/>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245" name="Google Shape;245;p22"/>
          <p:cNvSpPr txBox="1"/>
          <p:nvPr>
            <p:ph type="title"/>
          </p:nvPr>
        </p:nvSpPr>
        <p:spPr>
          <a:xfrm>
            <a:off x="1297500" y="1658325"/>
            <a:ext cx="3036300" cy="1751700"/>
          </a:xfrm>
          <a:prstGeom prst="rect">
            <a:avLst/>
          </a:prstGeom>
        </p:spPr>
        <p:txBody>
          <a:bodyPr anchorCtr="0" anchor="t" bIns="64225" lIns="64225" spcFirstLastPara="1" rIns="64225" wrap="square" tIns="64225">
            <a:normAutofit/>
          </a:bodyPr>
          <a:lstStyle>
            <a:lvl1pPr lvl="0" rtl="0">
              <a:spcBef>
                <a:spcPts val="0"/>
              </a:spcBef>
              <a:spcAft>
                <a:spcPts val="0"/>
              </a:spcAft>
              <a:buSzPts val="1700"/>
              <a:buNone/>
              <a:defRPr sz="1700"/>
            </a:lvl1pPr>
            <a:lvl2pPr lvl="1" rtl="0">
              <a:spcBef>
                <a:spcPts val="0"/>
              </a:spcBef>
              <a:spcAft>
                <a:spcPts val="0"/>
              </a:spcAft>
              <a:buSzPts val="1700"/>
              <a:buNone/>
              <a:defRPr sz="1700"/>
            </a:lvl2pPr>
            <a:lvl3pPr lvl="2" rtl="0">
              <a:spcBef>
                <a:spcPts val="0"/>
              </a:spcBef>
              <a:spcAft>
                <a:spcPts val="0"/>
              </a:spcAft>
              <a:buSzPts val="1700"/>
              <a:buNone/>
              <a:defRPr sz="1700"/>
            </a:lvl3pPr>
            <a:lvl4pPr lvl="3" rtl="0">
              <a:spcBef>
                <a:spcPts val="0"/>
              </a:spcBef>
              <a:spcAft>
                <a:spcPts val="0"/>
              </a:spcAft>
              <a:buSzPts val="1700"/>
              <a:buNone/>
              <a:defRPr sz="1700"/>
            </a:lvl4pPr>
            <a:lvl5pPr lvl="4" rtl="0">
              <a:spcBef>
                <a:spcPts val="0"/>
              </a:spcBef>
              <a:spcAft>
                <a:spcPts val="0"/>
              </a:spcAft>
              <a:buSzPts val="1700"/>
              <a:buNone/>
              <a:defRPr sz="1700"/>
            </a:lvl5pPr>
            <a:lvl6pPr lvl="5" rtl="0">
              <a:spcBef>
                <a:spcPts val="0"/>
              </a:spcBef>
              <a:spcAft>
                <a:spcPts val="0"/>
              </a:spcAft>
              <a:buSzPts val="1700"/>
              <a:buNone/>
              <a:defRPr sz="1700"/>
            </a:lvl6pPr>
            <a:lvl7pPr lvl="6" rtl="0">
              <a:spcBef>
                <a:spcPts val="0"/>
              </a:spcBef>
              <a:spcAft>
                <a:spcPts val="0"/>
              </a:spcAft>
              <a:buSzPts val="1700"/>
              <a:buNone/>
              <a:defRPr sz="1700"/>
            </a:lvl7pPr>
            <a:lvl8pPr lvl="7" rtl="0">
              <a:spcBef>
                <a:spcPts val="0"/>
              </a:spcBef>
              <a:spcAft>
                <a:spcPts val="0"/>
              </a:spcAft>
              <a:buSzPts val="1700"/>
              <a:buNone/>
              <a:defRPr sz="1700"/>
            </a:lvl8pPr>
            <a:lvl9pPr lvl="8" rtl="0">
              <a:spcBef>
                <a:spcPts val="0"/>
              </a:spcBef>
              <a:spcAft>
                <a:spcPts val="0"/>
              </a:spcAft>
              <a:buSzPts val="1700"/>
              <a:buNone/>
              <a:defRPr sz="1700"/>
            </a:lvl9pPr>
          </a:lstStyle>
          <a:p/>
        </p:txBody>
      </p:sp>
      <p:sp>
        <p:nvSpPr>
          <p:cNvPr id="246" name="Google Shape;246;p22"/>
          <p:cNvSpPr txBox="1"/>
          <p:nvPr>
            <p:ph idx="1" type="subTitle"/>
          </p:nvPr>
        </p:nvSpPr>
        <p:spPr>
          <a:xfrm>
            <a:off x="1297500" y="3538000"/>
            <a:ext cx="3036300" cy="506100"/>
          </a:xfrm>
          <a:prstGeom prst="rect">
            <a:avLst/>
          </a:prstGeom>
        </p:spPr>
        <p:txBody>
          <a:bodyPr anchorCtr="0" anchor="t" bIns="64225" lIns="64225" spcFirstLastPara="1" rIns="64225" wrap="square" tIns="64225">
            <a:normAutofit/>
          </a:bodyPr>
          <a:lstStyle>
            <a:lvl1pPr lvl="0" rtl="0">
              <a:lnSpc>
                <a:spcPct val="100000"/>
              </a:lnSpc>
              <a:spcBef>
                <a:spcPts val="0"/>
              </a:spcBef>
              <a:spcAft>
                <a:spcPts val="0"/>
              </a:spcAft>
              <a:buSzPts val="900"/>
              <a:buNone/>
              <a:defRPr/>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p:txBody>
      </p:sp>
      <p:sp>
        <p:nvSpPr>
          <p:cNvPr id="247" name="Google Shape;247;p22"/>
          <p:cNvSpPr txBox="1"/>
          <p:nvPr>
            <p:ph idx="2" type="body"/>
          </p:nvPr>
        </p:nvSpPr>
        <p:spPr>
          <a:xfrm>
            <a:off x="4648200" y="1696600"/>
            <a:ext cx="3676800" cy="2347500"/>
          </a:xfrm>
          <a:prstGeom prst="rect">
            <a:avLst/>
          </a:prstGeom>
        </p:spPr>
        <p:txBody>
          <a:bodyPr anchorCtr="0" anchor="t" bIns="64225" lIns="64225" spcFirstLastPara="1" rIns="64225" wrap="square" tIns="64225">
            <a:normAutofit/>
          </a:bodyPr>
          <a:lstStyle>
            <a:lvl1pPr indent="-285750" lvl="0" marL="457200" rtl="0">
              <a:spcBef>
                <a:spcPts val="0"/>
              </a:spcBef>
              <a:spcAft>
                <a:spcPts val="0"/>
              </a:spcAft>
              <a:buSzPts val="900"/>
              <a:buChar char="●"/>
              <a:defRPr/>
            </a:lvl1pPr>
            <a:lvl2pPr indent="-279400" lvl="1" marL="914400" rtl="0">
              <a:spcBef>
                <a:spcPts val="0"/>
              </a:spcBef>
              <a:spcAft>
                <a:spcPts val="0"/>
              </a:spcAft>
              <a:buSzPts val="800"/>
              <a:buChar char="○"/>
              <a:defRPr/>
            </a:lvl2pPr>
            <a:lvl3pPr indent="-279400" lvl="2" marL="1371600" rtl="0">
              <a:spcBef>
                <a:spcPts val="0"/>
              </a:spcBef>
              <a:spcAft>
                <a:spcPts val="0"/>
              </a:spcAft>
              <a:buSzPts val="800"/>
              <a:buChar char="■"/>
              <a:defRPr/>
            </a:lvl3pPr>
            <a:lvl4pPr indent="-279400" lvl="3" marL="1828800" rtl="0">
              <a:spcBef>
                <a:spcPts val="0"/>
              </a:spcBef>
              <a:spcAft>
                <a:spcPts val="0"/>
              </a:spcAft>
              <a:buSzPts val="800"/>
              <a:buChar char="●"/>
              <a:defRPr/>
            </a:lvl4pPr>
            <a:lvl5pPr indent="-279400" lvl="4" marL="2286000" rtl="0">
              <a:spcBef>
                <a:spcPts val="0"/>
              </a:spcBef>
              <a:spcAft>
                <a:spcPts val="0"/>
              </a:spcAft>
              <a:buSzPts val="800"/>
              <a:buChar char="○"/>
              <a:defRPr/>
            </a:lvl5pPr>
            <a:lvl6pPr indent="-279400" lvl="5" marL="2743200" rtl="0">
              <a:spcBef>
                <a:spcPts val="0"/>
              </a:spcBef>
              <a:spcAft>
                <a:spcPts val="0"/>
              </a:spcAft>
              <a:buSzPts val="800"/>
              <a:buChar char="■"/>
              <a:defRPr/>
            </a:lvl6pPr>
            <a:lvl7pPr indent="-279400" lvl="6" marL="3200400" rtl="0">
              <a:spcBef>
                <a:spcPts val="0"/>
              </a:spcBef>
              <a:spcAft>
                <a:spcPts val="0"/>
              </a:spcAft>
              <a:buSzPts val="800"/>
              <a:buChar char="●"/>
              <a:defRPr/>
            </a:lvl7pPr>
            <a:lvl8pPr indent="-279400" lvl="7" marL="3657600" rtl="0">
              <a:spcBef>
                <a:spcPts val="0"/>
              </a:spcBef>
              <a:spcAft>
                <a:spcPts val="0"/>
              </a:spcAft>
              <a:buSzPts val="800"/>
              <a:buChar char="○"/>
              <a:defRPr/>
            </a:lvl8pPr>
            <a:lvl9pPr indent="-279400" lvl="8" marL="4114800" rtl="0">
              <a:spcBef>
                <a:spcPts val="0"/>
              </a:spcBef>
              <a:spcAft>
                <a:spcPts val="0"/>
              </a:spcAft>
              <a:buSzPts val="800"/>
              <a:buChar char="■"/>
              <a:defRPr/>
            </a:lvl9pPr>
          </a:lstStyle>
          <a:p/>
        </p:txBody>
      </p:sp>
      <p:sp>
        <p:nvSpPr>
          <p:cNvPr id="248" name="Google Shape;248;p22"/>
          <p:cNvSpPr txBox="1"/>
          <p:nvPr>
            <p:ph idx="12" type="sldNum"/>
          </p:nvPr>
        </p:nvSpPr>
        <p:spPr>
          <a:xfrm>
            <a:off x="8472458" y="466321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9" name="Shape 249"/>
        <p:cNvGrpSpPr/>
        <p:nvPr/>
      </p:nvGrpSpPr>
      <p:grpSpPr>
        <a:xfrm>
          <a:off x="0" y="0"/>
          <a:ext cx="0" cy="0"/>
          <a:chOff x="0" y="0"/>
          <a:chExt cx="0" cy="0"/>
        </a:xfrm>
      </p:grpSpPr>
      <p:grpSp>
        <p:nvGrpSpPr>
          <p:cNvPr id="250" name="Google Shape;250;p23"/>
          <p:cNvGrpSpPr/>
          <p:nvPr/>
        </p:nvGrpSpPr>
        <p:grpSpPr>
          <a:xfrm>
            <a:off x="52750" y="4779768"/>
            <a:ext cx="501269" cy="363621"/>
            <a:chOff x="0" y="3785672"/>
            <a:chExt cx="698925" cy="684657"/>
          </a:xfrm>
        </p:grpSpPr>
        <p:sp>
          <p:nvSpPr>
            <p:cNvPr id="251" name="Google Shape;251;p23"/>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52" name="Google Shape;252;p23"/>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253" name="Google Shape;253;p23"/>
          <p:cNvSpPr txBox="1"/>
          <p:nvPr>
            <p:ph idx="1" type="body"/>
          </p:nvPr>
        </p:nvSpPr>
        <p:spPr>
          <a:xfrm>
            <a:off x="554025" y="4699688"/>
            <a:ext cx="6936000" cy="523800"/>
          </a:xfrm>
          <a:prstGeom prst="rect">
            <a:avLst/>
          </a:prstGeom>
        </p:spPr>
        <p:txBody>
          <a:bodyPr anchorCtr="0" anchor="ctr" bIns="64225" lIns="64225" spcFirstLastPara="1" rIns="64225" wrap="square" tIns="64225">
            <a:normAutofit/>
          </a:bodyPr>
          <a:lstStyle>
            <a:lvl1pPr indent="-228600" lvl="0" marL="457200" rtl="0">
              <a:lnSpc>
                <a:spcPct val="100000"/>
              </a:lnSpc>
              <a:spcBef>
                <a:spcPts val="0"/>
              </a:spcBef>
              <a:spcAft>
                <a:spcPts val="0"/>
              </a:spcAft>
              <a:buSzPts val="600"/>
              <a:buNone/>
              <a:defRPr sz="600"/>
            </a:lvl1pPr>
          </a:lstStyle>
          <a:p/>
        </p:txBody>
      </p:sp>
      <p:sp>
        <p:nvSpPr>
          <p:cNvPr id="254" name="Google Shape;254;p23"/>
          <p:cNvSpPr txBox="1"/>
          <p:nvPr>
            <p:ph idx="12" type="sldNum"/>
          </p:nvPr>
        </p:nvSpPr>
        <p:spPr>
          <a:xfrm>
            <a:off x="8472458" y="466321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5" name="Shape 255"/>
        <p:cNvGrpSpPr/>
        <p:nvPr/>
      </p:nvGrpSpPr>
      <p:grpSpPr>
        <a:xfrm>
          <a:off x="0" y="0"/>
          <a:ext cx="0" cy="0"/>
          <a:chOff x="0" y="0"/>
          <a:chExt cx="0" cy="0"/>
        </a:xfrm>
      </p:grpSpPr>
      <p:grpSp>
        <p:nvGrpSpPr>
          <p:cNvPr id="256" name="Google Shape;256;p24"/>
          <p:cNvGrpSpPr/>
          <p:nvPr/>
        </p:nvGrpSpPr>
        <p:grpSpPr>
          <a:xfrm>
            <a:off x="4406400" y="0"/>
            <a:ext cx="4737600" cy="5143065"/>
            <a:chOff x="4406400" y="0"/>
            <a:chExt cx="4737600" cy="5143065"/>
          </a:xfrm>
        </p:grpSpPr>
        <p:sp>
          <p:nvSpPr>
            <p:cNvPr id="257" name="Google Shape;257;p2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58" name="Google Shape;258;p2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59" name="Google Shape;259;p2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0" name="Google Shape;260;p2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1" name="Google Shape;261;p2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2" name="Google Shape;262;p2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3" name="Google Shape;263;p2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4" name="Google Shape;264;p24"/>
            <p:cNvSpPr/>
            <p:nvPr/>
          </p:nvSpPr>
          <p:spPr>
            <a:xfrm flipH="1">
              <a:off x="6908099" y="2069505"/>
              <a:ext cx="808800" cy="808800"/>
            </a:xfrm>
            <a:prstGeom prst="diagStripe">
              <a:avLst>
                <a:gd fmla="val 50000" name="adj"/>
              </a:avLst>
            </a:prstGeom>
            <a:solidFill>
              <a:schemeClr val="lt2"/>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5" name="Google Shape;265;p2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6" name="Google Shape;266;p2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7" name="Google Shape;267;p2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8" name="Google Shape;268;p2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69" name="Google Shape;269;p2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70" name="Google Shape;270;p2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71" name="Google Shape;271;p2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72" name="Google Shape;272;p2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73" name="Google Shape;273;p2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sp>
          <p:nvSpPr>
            <p:cNvPr id="274" name="Google Shape;274;p2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64225" lIns="64225" spcFirstLastPara="1" rIns="64225" wrap="square" tIns="64225">
              <a:noAutofit/>
            </a:bodyPr>
            <a:lstStyle/>
            <a:p>
              <a:pPr indent="0" lvl="0" marL="0" rtl="0" algn="l">
                <a:spcBef>
                  <a:spcPts val="0"/>
                </a:spcBef>
                <a:spcAft>
                  <a:spcPts val="0"/>
                </a:spcAft>
                <a:buNone/>
              </a:pPr>
              <a:r>
                <a:t/>
              </a:r>
              <a:endParaRPr/>
            </a:p>
          </p:txBody>
        </p:sp>
      </p:grpSp>
      <p:sp>
        <p:nvSpPr>
          <p:cNvPr id="275" name="Google Shape;275;p24"/>
          <p:cNvSpPr txBox="1"/>
          <p:nvPr>
            <p:ph hasCustomPrompt="1" type="title"/>
          </p:nvPr>
        </p:nvSpPr>
        <p:spPr>
          <a:xfrm>
            <a:off x="823850" y="1284675"/>
            <a:ext cx="4776000" cy="1300800"/>
          </a:xfrm>
          <a:prstGeom prst="rect">
            <a:avLst/>
          </a:prstGeom>
        </p:spPr>
        <p:txBody>
          <a:bodyPr anchorCtr="0" anchor="t" bIns="64225" lIns="64225" spcFirstLastPara="1" rIns="64225" wrap="square" tIns="64225">
            <a:normAutofit/>
          </a:bodyPr>
          <a:lstStyle>
            <a:lvl1pPr lvl="0" rtl="0">
              <a:spcBef>
                <a:spcPts val="0"/>
              </a:spcBef>
              <a:spcAft>
                <a:spcPts val="0"/>
              </a:spcAft>
              <a:buSzPts val="5600"/>
              <a:buNone/>
              <a:defRPr sz="5600"/>
            </a:lvl1pPr>
            <a:lvl2pPr lvl="1" rtl="0">
              <a:spcBef>
                <a:spcPts val="0"/>
              </a:spcBef>
              <a:spcAft>
                <a:spcPts val="0"/>
              </a:spcAft>
              <a:buSzPts val="5600"/>
              <a:buNone/>
              <a:defRPr sz="5600"/>
            </a:lvl2pPr>
            <a:lvl3pPr lvl="2" rtl="0">
              <a:spcBef>
                <a:spcPts val="0"/>
              </a:spcBef>
              <a:spcAft>
                <a:spcPts val="0"/>
              </a:spcAft>
              <a:buSzPts val="5600"/>
              <a:buNone/>
              <a:defRPr sz="5600"/>
            </a:lvl3pPr>
            <a:lvl4pPr lvl="3" rtl="0">
              <a:spcBef>
                <a:spcPts val="0"/>
              </a:spcBef>
              <a:spcAft>
                <a:spcPts val="0"/>
              </a:spcAft>
              <a:buSzPts val="5600"/>
              <a:buNone/>
              <a:defRPr sz="5600"/>
            </a:lvl4pPr>
            <a:lvl5pPr lvl="4" rtl="0">
              <a:spcBef>
                <a:spcPts val="0"/>
              </a:spcBef>
              <a:spcAft>
                <a:spcPts val="0"/>
              </a:spcAft>
              <a:buSzPts val="5600"/>
              <a:buNone/>
              <a:defRPr sz="5600"/>
            </a:lvl5pPr>
            <a:lvl6pPr lvl="5" rtl="0">
              <a:spcBef>
                <a:spcPts val="0"/>
              </a:spcBef>
              <a:spcAft>
                <a:spcPts val="0"/>
              </a:spcAft>
              <a:buSzPts val="5600"/>
              <a:buNone/>
              <a:defRPr sz="5600"/>
            </a:lvl6pPr>
            <a:lvl7pPr lvl="6" rtl="0">
              <a:spcBef>
                <a:spcPts val="0"/>
              </a:spcBef>
              <a:spcAft>
                <a:spcPts val="0"/>
              </a:spcAft>
              <a:buSzPts val="5600"/>
              <a:buNone/>
              <a:defRPr sz="5600"/>
            </a:lvl7pPr>
            <a:lvl8pPr lvl="7" rtl="0">
              <a:spcBef>
                <a:spcPts val="0"/>
              </a:spcBef>
              <a:spcAft>
                <a:spcPts val="0"/>
              </a:spcAft>
              <a:buSzPts val="5600"/>
              <a:buNone/>
              <a:defRPr sz="5600"/>
            </a:lvl8pPr>
            <a:lvl9pPr lvl="8" rtl="0">
              <a:spcBef>
                <a:spcPts val="0"/>
              </a:spcBef>
              <a:spcAft>
                <a:spcPts val="0"/>
              </a:spcAft>
              <a:buSzPts val="5600"/>
              <a:buNone/>
              <a:defRPr sz="5600"/>
            </a:lvl9pPr>
          </a:lstStyle>
          <a:p>
            <a:r>
              <a:t>xx%</a:t>
            </a:r>
          </a:p>
        </p:txBody>
      </p:sp>
      <p:sp>
        <p:nvSpPr>
          <p:cNvPr id="276" name="Google Shape;276;p24"/>
          <p:cNvSpPr txBox="1"/>
          <p:nvPr>
            <p:ph idx="1" type="body"/>
          </p:nvPr>
        </p:nvSpPr>
        <p:spPr>
          <a:xfrm>
            <a:off x="823850" y="2643124"/>
            <a:ext cx="4776000" cy="1218900"/>
          </a:xfrm>
          <a:prstGeom prst="rect">
            <a:avLst/>
          </a:prstGeom>
        </p:spPr>
        <p:txBody>
          <a:bodyPr anchorCtr="0" anchor="t" bIns="64225" lIns="64225" spcFirstLastPara="1" rIns="64225" wrap="square" tIns="64225">
            <a:normAutofit/>
          </a:bodyPr>
          <a:lstStyle>
            <a:lvl1pPr indent="-285750" lvl="0" marL="457200" rtl="0">
              <a:spcBef>
                <a:spcPts val="0"/>
              </a:spcBef>
              <a:spcAft>
                <a:spcPts val="0"/>
              </a:spcAft>
              <a:buSzPts val="900"/>
              <a:buChar char="●"/>
              <a:defRPr/>
            </a:lvl1pPr>
            <a:lvl2pPr indent="-279400" lvl="1" marL="914400" rtl="0">
              <a:spcBef>
                <a:spcPts val="0"/>
              </a:spcBef>
              <a:spcAft>
                <a:spcPts val="0"/>
              </a:spcAft>
              <a:buSzPts val="800"/>
              <a:buChar char="○"/>
              <a:defRPr/>
            </a:lvl2pPr>
            <a:lvl3pPr indent="-279400" lvl="2" marL="1371600" rtl="0">
              <a:spcBef>
                <a:spcPts val="0"/>
              </a:spcBef>
              <a:spcAft>
                <a:spcPts val="0"/>
              </a:spcAft>
              <a:buSzPts val="800"/>
              <a:buChar char="■"/>
              <a:defRPr/>
            </a:lvl3pPr>
            <a:lvl4pPr indent="-279400" lvl="3" marL="1828800" rtl="0">
              <a:spcBef>
                <a:spcPts val="0"/>
              </a:spcBef>
              <a:spcAft>
                <a:spcPts val="0"/>
              </a:spcAft>
              <a:buSzPts val="800"/>
              <a:buChar char="●"/>
              <a:defRPr/>
            </a:lvl4pPr>
            <a:lvl5pPr indent="-279400" lvl="4" marL="2286000" rtl="0">
              <a:spcBef>
                <a:spcPts val="0"/>
              </a:spcBef>
              <a:spcAft>
                <a:spcPts val="0"/>
              </a:spcAft>
              <a:buSzPts val="800"/>
              <a:buChar char="○"/>
              <a:defRPr/>
            </a:lvl5pPr>
            <a:lvl6pPr indent="-279400" lvl="5" marL="2743200" rtl="0">
              <a:spcBef>
                <a:spcPts val="0"/>
              </a:spcBef>
              <a:spcAft>
                <a:spcPts val="0"/>
              </a:spcAft>
              <a:buSzPts val="800"/>
              <a:buChar char="■"/>
              <a:defRPr/>
            </a:lvl6pPr>
            <a:lvl7pPr indent="-279400" lvl="6" marL="3200400" rtl="0">
              <a:spcBef>
                <a:spcPts val="0"/>
              </a:spcBef>
              <a:spcAft>
                <a:spcPts val="0"/>
              </a:spcAft>
              <a:buSzPts val="800"/>
              <a:buChar char="●"/>
              <a:defRPr/>
            </a:lvl7pPr>
            <a:lvl8pPr indent="-279400" lvl="7" marL="3657600" rtl="0">
              <a:spcBef>
                <a:spcPts val="0"/>
              </a:spcBef>
              <a:spcAft>
                <a:spcPts val="0"/>
              </a:spcAft>
              <a:buSzPts val="800"/>
              <a:buChar char="○"/>
              <a:defRPr/>
            </a:lvl8pPr>
            <a:lvl9pPr indent="-279400" lvl="8" marL="4114800" rtl="0">
              <a:spcBef>
                <a:spcPts val="0"/>
              </a:spcBef>
              <a:spcAft>
                <a:spcPts val="0"/>
              </a:spcAft>
              <a:buSzPts val="800"/>
              <a:buChar char="■"/>
              <a:defRPr/>
            </a:lvl9pPr>
          </a:lstStyle>
          <a:p/>
        </p:txBody>
      </p:sp>
      <p:sp>
        <p:nvSpPr>
          <p:cNvPr id="277" name="Google Shape;277;p24"/>
          <p:cNvSpPr txBox="1"/>
          <p:nvPr>
            <p:ph idx="12" type="sldNum"/>
          </p:nvPr>
        </p:nvSpPr>
        <p:spPr>
          <a:xfrm>
            <a:off x="8472458" y="466321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8" name="Shape 278"/>
        <p:cNvGrpSpPr/>
        <p:nvPr/>
      </p:nvGrpSpPr>
      <p:grpSpPr>
        <a:xfrm>
          <a:off x="0" y="0"/>
          <a:ext cx="0" cy="0"/>
          <a:chOff x="0" y="0"/>
          <a:chExt cx="0" cy="0"/>
        </a:xfrm>
      </p:grpSpPr>
      <p:sp>
        <p:nvSpPr>
          <p:cNvPr id="279" name="Google Shape;279;p25"/>
          <p:cNvSpPr txBox="1"/>
          <p:nvPr>
            <p:ph idx="12" type="sldNum"/>
          </p:nvPr>
        </p:nvSpPr>
        <p:spPr>
          <a:xfrm>
            <a:off x="8472458" y="4663217"/>
            <a:ext cx="548700" cy="393600"/>
          </a:xfrm>
          <a:prstGeom prst="rect">
            <a:avLst/>
          </a:prstGeom>
        </p:spPr>
        <p:txBody>
          <a:bodyPr anchorCtr="0" anchor="ctr" bIns="64225" lIns="64225" spcFirstLastPara="1" rIns="64225" wrap="square" tIns="642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153" name="Shape 153"/>
        <p:cNvGrpSpPr/>
        <p:nvPr/>
      </p:nvGrpSpPr>
      <p:grpSpPr>
        <a:xfrm>
          <a:off x="0" y="0"/>
          <a:ext cx="0" cy="0"/>
          <a:chOff x="0" y="0"/>
          <a:chExt cx="0" cy="0"/>
        </a:xfrm>
      </p:grpSpPr>
      <p:sp>
        <p:nvSpPr>
          <p:cNvPr id="154" name="Google Shape;154;p14"/>
          <p:cNvSpPr txBox="1"/>
          <p:nvPr>
            <p:ph type="title"/>
          </p:nvPr>
        </p:nvSpPr>
        <p:spPr>
          <a:xfrm>
            <a:off x="311700" y="445025"/>
            <a:ext cx="8520600" cy="572700"/>
          </a:xfrm>
          <a:prstGeom prst="rect">
            <a:avLst/>
          </a:prstGeom>
          <a:noFill/>
          <a:ln>
            <a:noFill/>
          </a:ln>
        </p:spPr>
        <p:txBody>
          <a:bodyPr anchorCtr="0" anchor="t" bIns="64225" lIns="64225" spcFirstLastPara="1" rIns="64225" wrap="square" tIns="64225">
            <a:normAutofit/>
          </a:bodyPr>
          <a:lstStyle>
            <a:lvl1pPr lvl="0" rtl="0">
              <a:spcBef>
                <a:spcPts val="0"/>
              </a:spcBef>
              <a:spcAft>
                <a:spcPts val="0"/>
              </a:spcAft>
              <a:buClr>
                <a:schemeClr val="lt1"/>
              </a:buClr>
              <a:buSzPts val="2000"/>
              <a:buFont typeface="Montserrat"/>
              <a:buNone/>
              <a:defRPr sz="2000">
                <a:solidFill>
                  <a:schemeClr val="lt1"/>
                </a:solidFill>
                <a:latin typeface="Montserrat"/>
                <a:ea typeface="Montserrat"/>
                <a:cs typeface="Montserrat"/>
                <a:sym typeface="Montserrat"/>
              </a:defRPr>
            </a:lvl1pPr>
            <a:lvl2pPr lvl="1" rtl="0">
              <a:spcBef>
                <a:spcPts val="0"/>
              </a:spcBef>
              <a:spcAft>
                <a:spcPts val="0"/>
              </a:spcAft>
              <a:buClr>
                <a:schemeClr val="lt1"/>
              </a:buClr>
              <a:buSzPts val="2000"/>
              <a:buFont typeface="Montserrat"/>
              <a:buNone/>
              <a:defRPr sz="2000">
                <a:solidFill>
                  <a:schemeClr val="lt1"/>
                </a:solidFill>
                <a:latin typeface="Montserrat"/>
                <a:ea typeface="Montserrat"/>
                <a:cs typeface="Montserrat"/>
                <a:sym typeface="Montserrat"/>
              </a:defRPr>
            </a:lvl2pPr>
            <a:lvl3pPr lvl="2" rtl="0">
              <a:spcBef>
                <a:spcPts val="0"/>
              </a:spcBef>
              <a:spcAft>
                <a:spcPts val="0"/>
              </a:spcAft>
              <a:buClr>
                <a:schemeClr val="lt1"/>
              </a:buClr>
              <a:buSzPts val="2000"/>
              <a:buFont typeface="Montserrat"/>
              <a:buNone/>
              <a:defRPr sz="2000">
                <a:solidFill>
                  <a:schemeClr val="lt1"/>
                </a:solidFill>
                <a:latin typeface="Montserrat"/>
                <a:ea typeface="Montserrat"/>
                <a:cs typeface="Montserrat"/>
                <a:sym typeface="Montserrat"/>
              </a:defRPr>
            </a:lvl3pPr>
            <a:lvl4pPr lvl="3" rtl="0">
              <a:spcBef>
                <a:spcPts val="0"/>
              </a:spcBef>
              <a:spcAft>
                <a:spcPts val="0"/>
              </a:spcAft>
              <a:buClr>
                <a:schemeClr val="lt1"/>
              </a:buClr>
              <a:buSzPts val="2000"/>
              <a:buFont typeface="Montserrat"/>
              <a:buNone/>
              <a:defRPr sz="2000">
                <a:solidFill>
                  <a:schemeClr val="lt1"/>
                </a:solidFill>
                <a:latin typeface="Montserrat"/>
                <a:ea typeface="Montserrat"/>
                <a:cs typeface="Montserrat"/>
                <a:sym typeface="Montserrat"/>
              </a:defRPr>
            </a:lvl4pPr>
            <a:lvl5pPr lvl="4" rtl="0">
              <a:spcBef>
                <a:spcPts val="0"/>
              </a:spcBef>
              <a:spcAft>
                <a:spcPts val="0"/>
              </a:spcAft>
              <a:buClr>
                <a:schemeClr val="lt1"/>
              </a:buClr>
              <a:buSzPts val="2000"/>
              <a:buFont typeface="Montserrat"/>
              <a:buNone/>
              <a:defRPr sz="2000">
                <a:solidFill>
                  <a:schemeClr val="lt1"/>
                </a:solidFill>
                <a:latin typeface="Montserrat"/>
                <a:ea typeface="Montserrat"/>
                <a:cs typeface="Montserrat"/>
                <a:sym typeface="Montserrat"/>
              </a:defRPr>
            </a:lvl5pPr>
            <a:lvl6pPr lvl="5" rtl="0">
              <a:spcBef>
                <a:spcPts val="0"/>
              </a:spcBef>
              <a:spcAft>
                <a:spcPts val="0"/>
              </a:spcAft>
              <a:buClr>
                <a:schemeClr val="lt1"/>
              </a:buClr>
              <a:buSzPts val="2000"/>
              <a:buFont typeface="Montserrat"/>
              <a:buNone/>
              <a:defRPr sz="2000">
                <a:solidFill>
                  <a:schemeClr val="lt1"/>
                </a:solidFill>
                <a:latin typeface="Montserrat"/>
                <a:ea typeface="Montserrat"/>
                <a:cs typeface="Montserrat"/>
                <a:sym typeface="Montserrat"/>
              </a:defRPr>
            </a:lvl6pPr>
            <a:lvl7pPr lvl="6" rtl="0">
              <a:spcBef>
                <a:spcPts val="0"/>
              </a:spcBef>
              <a:spcAft>
                <a:spcPts val="0"/>
              </a:spcAft>
              <a:buClr>
                <a:schemeClr val="lt1"/>
              </a:buClr>
              <a:buSzPts val="2000"/>
              <a:buFont typeface="Montserrat"/>
              <a:buNone/>
              <a:defRPr sz="2000">
                <a:solidFill>
                  <a:schemeClr val="lt1"/>
                </a:solidFill>
                <a:latin typeface="Montserrat"/>
                <a:ea typeface="Montserrat"/>
                <a:cs typeface="Montserrat"/>
                <a:sym typeface="Montserrat"/>
              </a:defRPr>
            </a:lvl7pPr>
            <a:lvl8pPr lvl="7" rtl="0">
              <a:spcBef>
                <a:spcPts val="0"/>
              </a:spcBef>
              <a:spcAft>
                <a:spcPts val="0"/>
              </a:spcAft>
              <a:buClr>
                <a:schemeClr val="lt1"/>
              </a:buClr>
              <a:buSzPts val="2000"/>
              <a:buFont typeface="Montserrat"/>
              <a:buNone/>
              <a:defRPr sz="2000">
                <a:solidFill>
                  <a:schemeClr val="lt1"/>
                </a:solidFill>
                <a:latin typeface="Montserrat"/>
                <a:ea typeface="Montserrat"/>
                <a:cs typeface="Montserrat"/>
                <a:sym typeface="Montserrat"/>
              </a:defRPr>
            </a:lvl8pPr>
            <a:lvl9pPr lvl="8" rtl="0">
              <a:spcBef>
                <a:spcPts val="0"/>
              </a:spcBef>
              <a:spcAft>
                <a:spcPts val="0"/>
              </a:spcAft>
              <a:buClr>
                <a:schemeClr val="lt1"/>
              </a:buClr>
              <a:buSzPts val="2000"/>
              <a:buFont typeface="Montserrat"/>
              <a:buNone/>
              <a:defRPr sz="2000">
                <a:solidFill>
                  <a:schemeClr val="lt1"/>
                </a:solidFill>
                <a:latin typeface="Montserrat"/>
                <a:ea typeface="Montserrat"/>
                <a:cs typeface="Montserrat"/>
                <a:sym typeface="Montserrat"/>
              </a:defRPr>
            </a:lvl9pPr>
          </a:lstStyle>
          <a:p/>
        </p:txBody>
      </p:sp>
      <p:sp>
        <p:nvSpPr>
          <p:cNvPr id="155" name="Google Shape;155;p14"/>
          <p:cNvSpPr txBox="1"/>
          <p:nvPr>
            <p:ph idx="1" type="body"/>
          </p:nvPr>
        </p:nvSpPr>
        <p:spPr>
          <a:xfrm>
            <a:off x="311700" y="1152475"/>
            <a:ext cx="8520600" cy="3416400"/>
          </a:xfrm>
          <a:prstGeom prst="rect">
            <a:avLst/>
          </a:prstGeom>
          <a:noFill/>
          <a:ln>
            <a:noFill/>
          </a:ln>
        </p:spPr>
        <p:txBody>
          <a:bodyPr anchorCtr="0" anchor="t" bIns="64225" lIns="64225" spcFirstLastPara="1" rIns="64225" wrap="square" tIns="64225">
            <a:normAutofit/>
          </a:bodyPr>
          <a:lstStyle>
            <a:lvl1pPr indent="-285750" lvl="0" marL="457200" rtl="0">
              <a:lnSpc>
                <a:spcPct val="115000"/>
              </a:lnSpc>
              <a:spcBef>
                <a:spcPts val="0"/>
              </a:spcBef>
              <a:spcAft>
                <a:spcPts val="0"/>
              </a:spcAft>
              <a:buClr>
                <a:schemeClr val="lt1"/>
              </a:buClr>
              <a:buSzPts val="900"/>
              <a:buFont typeface="Lato"/>
              <a:buChar char="●"/>
              <a:defRPr sz="900">
                <a:solidFill>
                  <a:schemeClr val="lt1"/>
                </a:solidFill>
                <a:latin typeface="Lato"/>
                <a:ea typeface="Lato"/>
                <a:cs typeface="Lato"/>
                <a:sym typeface="Lato"/>
              </a:defRPr>
            </a:lvl1pPr>
            <a:lvl2pPr indent="-279400" lvl="1" marL="914400" rtl="0">
              <a:lnSpc>
                <a:spcPct val="115000"/>
              </a:lnSpc>
              <a:spcBef>
                <a:spcPts val="0"/>
              </a:spcBef>
              <a:spcAft>
                <a:spcPts val="0"/>
              </a:spcAft>
              <a:buClr>
                <a:schemeClr val="lt1"/>
              </a:buClr>
              <a:buSzPts val="800"/>
              <a:buFont typeface="Lato"/>
              <a:buChar char="○"/>
              <a:defRPr sz="800">
                <a:solidFill>
                  <a:schemeClr val="lt1"/>
                </a:solidFill>
                <a:latin typeface="Lato"/>
                <a:ea typeface="Lato"/>
                <a:cs typeface="Lato"/>
                <a:sym typeface="Lato"/>
              </a:defRPr>
            </a:lvl2pPr>
            <a:lvl3pPr indent="-279400" lvl="2" marL="1371600" rtl="0">
              <a:lnSpc>
                <a:spcPct val="115000"/>
              </a:lnSpc>
              <a:spcBef>
                <a:spcPts val="0"/>
              </a:spcBef>
              <a:spcAft>
                <a:spcPts val="0"/>
              </a:spcAft>
              <a:buClr>
                <a:schemeClr val="lt1"/>
              </a:buClr>
              <a:buSzPts val="800"/>
              <a:buFont typeface="Lato"/>
              <a:buChar char="■"/>
              <a:defRPr sz="800">
                <a:solidFill>
                  <a:schemeClr val="lt1"/>
                </a:solidFill>
                <a:latin typeface="Lato"/>
                <a:ea typeface="Lato"/>
                <a:cs typeface="Lato"/>
                <a:sym typeface="Lato"/>
              </a:defRPr>
            </a:lvl3pPr>
            <a:lvl4pPr indent="-279400" lvl="3" marL="1828800" rtl="0">
              <a:lnSpc>
                <a:spcPct val="115000"/>
              </a:lnSpc>
              <a:spcBef>
                <a:spcPts val="0"/>
              </a:spcBef>
              <a:spcAft>
                <a:spcPts val="0"/>
              </a:spcAft>
              <a:buClr>
                <a:schemeClr val="lt1"/>
              </a:buClr>
              <a:buSzPts val="800"/>
              <a:buFont typeface="Lato"/>
              <a:buChar char="●"/>
              <a:defRPr sz="800">
                <a:solidFill>
                  <a:schemeClr val="lt1"/>
                </a:solidFill>
                <a:latin typeface="Lato"/>
                <a:ea typeface="Lato"/>
                <a:cs typeface="Lato"/>
                <a:sym typeface="Lato"/>
              </a:defRPr>
            </a:lvl4pPr>
            <a:lvl5pPr indent="-279400" lvl="4" marL="2286000" rtl="0">
              <a:lnSpc>
                <a:spcPct val="115000"/>
              </a:lnSpc>
              <a:spcBef>
                <a:spcPts val="0"/>
              </a:spcBef>
              <a:spcAft>
                <a:spcPts val="0"/>
              </a:spcAft>
              <a:buClr>
                <a:schemeClr val="lt1"/>
              </a:buClr>
              <a:buSzPts val="800"/>
              <a:buFont typeface="Lato"/>
              <a:buChar char="○"/>
              <a:defRPr sz="800">
                <a:solidFill>
                  <a:schemeClr val="lt1"/>
                </a:solidFill>
                <a:latin typeface="Lato"/>
                <a:ea typeface="Lato"/>
                <a:cs typeface="Lato"/>
                <a:sym typeface="Lato"/>
              </a:defRPr>
            </a:lvl5pPr>
            <a:lvl6pPr indent="-279400" lvl="5" marL="2743200" rtl="0">
              <a:lnSpc>
                <a:spcPct val="115000"/>
              </a:lnSpc>
              <a:spcBef>
                <a:spcPts val="0"/>
              </a:spcBef>
              <a:spcAft>
                <a:spcPts val="0"/>
              </a:spcAft>
              <a:buClr>
                <a:schemeClr val="lt1"/>
              </a:buClr>
              <a:buSzPts val="800"/>
              <a:buFont typeface="Lato"/>
              <a:buChar char="■"/>
              <a:defRPr sz="800">
                <a:solidFill>
                  <a:schemeClr val="lt1"/>
                </a:solidFill>
                <a:latin typeface="Lato"/>
                <a:ea typeface="Lato"/>
                <a:cs typeface="Lato"/>
                <a:sym typeface="Lato"/>
              </a:defRPr>
            </a:lvl6pPr>
            <a:lvl7pPr indent="-279400" lvl="6" marL="3200400" rtl="0">
              <a:lnSpc>
                <a:spcPct val="115000"/>
              </a:lnSpc>
              <a:spcBef>
                <a:spcPts val="0"/>
              </a:spcBef>
              <a:spcAft>
                <a:spcPts val="0"/>
              </a:spcAft>
              <a:buClr>
                <a:schemeClr val="lt1"/>
              </a:buClr>
              <a:buSzPts val="800"/>
              <a:buFont typeface="Lato"/>
              <a:buChar char="●"/>
              <a:defRPr sz="800">
                <a:solidFill>
                  <a:schemeClr val="lt1"/>
                </a:solidFill>
                <a:latin typeface="Lato"/>
                <a:ea typeface="Lato"/>
                <a:cs typeface="Lato"/>
                <a:sym typeface="Lato"/>
              </a:defRPr>
            </a:lvl7pPr>
            <a:lvl8pPr indent="-279400" lvl="7" marL="3657600" rtl="0">
              <a:lnSpc>
                <a:spcPct val="115000"/>
              </a:lnSpc>
              <a:spcBef>
                <a:spcPts val="0"/>
              </a:spcBef>
              <a:spcAft>
                <a:spcPts val="0"/>
              </a:spcAft>
              <a:buClr>
                <a:schemeClr val="lt1"/>
              </a:buClr>
              <a:buSzPts val="800"/>
              <a:buFont typeface="Lato"/>
              <a:buChar char="○"/>
              <a:defRPr sz="800">
                <a:solidFill>
                  <a:schemeClr val="lt1"/>
                </a:solidFill>
                <a:latin typeface="Lato"/>
                <a:ea typeface="Lato"/>
                <a:cs typeface="Lato"/>
                <a:sym typeface="Lato"/>
              </a:defRPr>
            </a:lvl8pPr>
            <a:lvl9pPr indent="-279400" lvl="8" marL="4114800" rtl="0">
              <a:lnSpc>
                <a:spcPct val="115000"/>
              </a:lnSpc>
              <a:spcBef>
                <a:spcPts val="0"/>
              </a:spcBef>
              <a:spcAft>
                <a:spcPts val="0"/>
              </a:spcAft>
              <a:buClr>
                <a:schemeClr val="lt1"/>
              </a:buClr>
              <a:buSzPts val="800"/>
              <a:buFont typeface="Lato"/>
              <a:buChar char="■"/>
              <a:defRPr sz="800">
                <a:solidFill>
                  <a:schemeClr val="lt1"/>
                </a:solidFill>
                <a:latin typeface="Lato"/>
                <a:ea typeface="Lato"/>
                <a:cs typeface="Lato"/>
                <a:sym typeface="Lato"/>
              </a:defRPr>
            </a:lvl9pPr>
          </a:lstStyle>
          <a:p/>
        </p:txBody>
      </p:sp>
      <p:sp>
        <p:nvSpPr>
          <p:cNvPr id="156" name="Google Shape;156;p14"/>
          <p:cNvSpPr txBox="1"/>
          <p:nvPr>
            <p:ph idx="12" type="sldNum"/>
          </p:nvPr>
        </p:nvSpPr>
        <p:spPr>
          <a:xfrm>
            <a:off x="8472458" y="4663217"/>
            <a:ext cx="548700" cy="393600"/>
          </a:xfrm>
          <a:prstGeom prst="rect">
            <a:avLst/>
          </a:prstGeom>
          <a:noFill/>
          <a:ln>
            <a:noFill/>
          </a:ln>
        </p:spPr>
        <p:txBody>
          <a:bodyPr anchorCtr="0" anchor="ctr" bIns="64225" lIns="64225" spcFirstLastPara="1" rIns="64225" wrap="square" tIns="64225">
            <a:normAutofit/>
          </a:bodyPr>
          <a:lstStyle>
            <a:lvl1pPr lvl="0" rtl="0" algn="r">
              <a:buNone/>
              <a:defRPr sz="700">
                <a:solidFill>
                  <a:schemeClr val="lt1"/>
                </a:solidFill>
                <a:latin typeface="Lato"/>
                <a:ea typeface="Lato"/>
                <a:cs typeface="Lato"/>
                <a:sym typeface="Lato"/>
              </a:defRPr>
            </a:lvl1pPr>
            <a:lvl2pPr lvl="1" rtl="0" algn="r">
              <a:buNone/>
              <a:defRPr sz="700">
                <a:solidFill>
                  <a:schemeClr val="lt1"/>
                </a:solidFill>
                <a:latin typeface="Lato"/>
                <a:ea typeface="Lato"/>
                <a:cs typeface="Lato"/>
                <a:sym typeface="Lato"/>
              </a:defRPr>
            </a:lvl2pPr>
            <a:lvl3pPr lvl="2" rtl="0" algn="r">
              <a:buNone/>
              <a:defRPr sz="700">
                <a:solidFill>
                  <a:schemeClr val="lt1"/>
                </a:solidFill>
                <a:latin typeface="Lato"/>
                <a:ea typeface="Lato"/>
                <a:cs typeface="Lato"/>
                <a:sym typeface="Lato"/>
              </a:defRPr>
            </a:lvl3pPr>
            <a:lvl4pPr lvl="3" rtl="0" algn="r">
              <a:buNone/>
              <a:defRPr sz="700">
                <a:solidFill>
                  <a:schemeClr val="lt1"/>
                </a:solidFill>
                <a:latin typeface="Lato"/>
                <a:ea typeface="Lato"/>
                <a:cs typeface="Lato"/>
                <a:sym typeface="Lato"/>
              </a:defRPr>
            </a:lvl4pPr>
            <a:lvl5pPr lvl="4" rtl="0" algn="r">
              <a:buNone/>
              <a:defRPr sz="700">
                <a:solidFill>
                  <a:schemeClr val="lt1"/>
                </a:solidFill>
                <a:latin typeface="Lato"/>
                <a:ea typeface="Lato"/>
                <a:cs typeface="Lato"/>
                <a:sym typeface="Lato"/>
              </a:defRPr>
            </a:lvl5pPr>
            <a:lvl6pPr lvl="5" rtl="0" algn="r">
              <a:buNone/>
              <a:defRPr sz="700">
                <a:solidFill>
                  <a:schemeClr val="lt1"/>
                </a:solidFill>
                <a:latin typeface="Lato"/>
                <a:ea typeface="Lato"/>
                <a:cs typeface="Lato"/>
                <a:sym typeface="Lato"/>
              </a:defRPr>
            </a:lvl6pPr>
            <a:lvl7pPr lvl="6" rtl="0" algn="r">
              <a:buNone/>
              <a:defRPr sz="700">
                <a:solidFill>
                  <a:schemeClr val="lt1"/>
                </a:solidFill>
                <a:latin typeface="Lato"/>
                <a:ea typeface="Lato"/>
                <a:cs typeface="Lato"/>
                <a:sym typeface="Lato"/>
              </a:defRPr>
            </a:lvl7pPr>
            <a:lvl8pPr lvl="7" rtl="0" algn="r">
              <a:buNone/>
              <a:defRPr sz="700">
                <a:solidFill>
                  <a:schemeClr val="lt1"/>
                </a:solidFill>
                <a:latin typeface="Lato"/>
                <a:ea typeface="Lato"/>
                <a:cs typeface="Lato"/>
                <a:sym typeface="Lato"/>
              </a:defRPr>
            </a:lvl8pPr>
            <a:lvl9pPr lvl="8" rtl="0" algn="r">
              <a:buNone/>
              <a:defRPr sz="7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6"/>
          <p:cNvSpPr txBox="1"/>
          <p:nvPr>
            <p:ph idx="1" type="subTitle"/>
          </p:nvPr>
        </p:nvSpPr>
        <p:spPr>
          <a:xfrm>
            <a:off x="0" y="3519475"/>
            <a:ext cx="9144000" cy="1107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600"/>
              <a:t>Organized and Edited</a:t>
            </a:r>
            <a:r>
              <a:rPr lang="en" sz="2600"/>
              <a:t> by: </a:t>
            </a:r>
            <a:endParaRPr sz="2600"/>
          </a:p>
          <a:p>
            <a:pPr indent="0" lvl="0" marL="0" rtl="0" algn="ctr">
              <a:spcBef>
                <a:spcPts val="0"/>
              </a:spcBef>
              <a:spcAft>
                <a:spcPts val="0"/>
              </a:spcAft>
              <a:buNone/>
            </a:pPr>
            <a:r>
              <a:rPr lang="en" sz="2600"/>
              <a:t>Candace Savonen and Carrie Wright</a:t>
            </a:r>
            <a:endParaRPr sz="1900"/>
          </a:p>
        </p:txBody>
      </p:sp>
      <p:sp>
        <p:nvSpPr>
          <p:cNvPr id="285" name="Google Shape;285;p26"/>
          <p:cNvSpPr txBox="1"/>
          <p:nvPr>
            <p:ph type="ctrTitle"/>
          </p:nvPr>
        </p:nvSpPr>
        <p:spPr>
          <a:xfrm>
            <a:off x="2923466" y="1413028"/>
            <a:ext cx="5863500" cy="1752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Cancer Imaging Informatics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7"/>
          <p:cNvSpPr txBox="1"/>
          <p:nvPr>
            <p:ph type="title"/>
          </p:nvPr>
        </p:nvSpPr>
        <p:spPr>
          <a:xfrm>
            <a:off x="1160200" y="381000"/>
            <a:ext cx="78822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Licensing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8"/>
          <p:cNvSpPr txBox="1"/>
          <p:nvPr/>
        </p:nvSpPr>
        <p:spPr>
          <a:xfrm>
            <a:off x="989325" y="479275"/>
            <a:ext cx="6481800" cy="418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chemeClr val="lt1"/>
                </a:solidFill>
                <a:latin typeface="Montserrat"/>
                <a:ea typeface="Montserrat"/>
                <a:cs typeface="Montserrat"/>
                <a:sym typeface="Montserrat"/>
              </a:rPr>
              <a:t>For individuals who:   </a:t>
            </a:r>
            <a:endParaRPr b="1" sz="2600">
              <a:solidFill>
                <a:schemeClr val="lt1"/>
              </a:solidFill>
              <a:latin typeface="Montserrat"/>
              <a:ea typeface="Montserrat"/>
              <a:cs typeface="Montserrat"/>
              <a:sym typeface="Montserrat"/>
            </a:endParaRPr>
          </a:p>
          <a:p>
            <a:pPr indent="0" lvl="0" marL="165100" rtl="0" algn="l">
              <a:spcBef>
                <a:spcPts val="0"/>
              </a:spcBef>
              <a:spcAft>
                <a:spcPts val="0"/>
              </a:spcAft>
              <a:buNone/>
            </a:pPr>
            <a:r>
              <a:t/>
            </a:r>
            <a:endParaRPr sz="2100">
              <a:solidFill>
                <a:schemeClr val="lt1"/>
              </a:solidFill>
              <a:latin typeface="Montserrat"/>
              <a:ea typeface="Montserrat"/>
              <a:cs typeface="Montserrat"/>
              <a:sym typeface="Montserrat"/>
            </a:endParaRPr>
          </a:p>
          <a:p>
            <a:pPr indent="-230716" lvl="0" marL="165100" rtl="0" algn="l">
              <a:spcBef>
                <a:spcPts val="0"/>
              </a:spcBef>
              <a:spcAft>
                <a:spcPts val="0"/>
              </a:spcAft>
              <a:buClr>
                <a:schemeClr val="lt1"/>
              </a:buClr>
              <a:buSzPts val="2433"/>
              <a:buFont typeface="Montserrat"/>
              <a:buChar char="●"/>
            </a:pPr>
            <a:r>
              <a:rPr lang="en" sz="2433">
                <a:solidFill>
                  <a:schemeClr val="lt1"/>
                </a:solidFill>
                <a:latin typeface="Montserrat"/>
                <a:ea typeface="Montserrat"/>
                <a:cs typeface="Montserrat"/>
                <a:sym typeface="Montserrat"/>
              </a:rPr>
              <a:t>Have imaging data and don’t know what to do with it</a:t>
            </a:r>
            <a:endParaRPr sz="2433">
              <a:solidFill>
                <a:schemeClr val="lt1"/>
              </a:solidFill>
              <a:latin typeface="Montserrat"/>
              <a:ea typeface="Montserrat"/>
              <a:cs typeface="Montserrat"/>
              <a:sym typeface="Montserrat"/>
            </a:endParaRPr>
          </a:p>
          <a:p>
            <a:pPr indent="0" lvl="0" marL="165100" rtl="0" algn="l">
              <a:spcBef>
                <a:spcPts val="0"/>
              </a:spcBef>
              <a:spcAft>
                <a:spcPts val="0"/>
              </a:spcAft>
              <a:buNone/>
            </a:pPr>
            <a:r>
              <a:t/>
            </a:r>
            <a:endParaRPr sz="2433">
              <a:solidFill>
                <a:schemeClr val="lt1"/>
              </a:solidFill>
              <a:latin typeface="Montserrat"/>
              <a:ea typeface="Montserrat"/>
              <a:cs typeface="Montserrat"/>
              <a:sym typeface="Montserrat"/>
            </a:endParaRPr>
          </a:p>
          <a:p>
            <a:pPr indent="0" lvl="0" marL="165100" rtl="0" algn="l">
              <a:spcBef>
                <a:spcPts val="0"/>
              </a:spcBef>
              <a:spcAft>
                <a:spcPts val="0"/>
              </a:spcAft>
              <a:buNone/>
            </a:pPr>
            <a:r>
              <a:rPr lang="en" sz="2433">
                <a:solidFill>
                  <a:schemeClr val="lt1"/>
                </a:solidFill>
                <a:latin typeface="Montserrat"/>
                <a:ea typeface="Montserrat"/>
                <a:cs typeface="Montserrat"/>
                <a:sym typeface="Montserrat"/>
              </a:rPr>
              <a:t>Want a basic overview of their imaging data type</a:t>
            </a:r>
            <a:endParaRPr sz="2433">
              <a:solidFill>
                <a:schemeClr val="lt1"/>
              </a:solidFill>
              <a:latin typeface="Montserrat"/>
              <a:ea typeface="Montserrat"/>
              <a:cs typeface="Montserrat"/>
              <a:sym typeface="Montserrat"/>
            </a:endParaRPr>
          </a:p>
          <a:p>
            <a:pPr indent="0" lvl="0" marL="165100" rtl="0" algn="l">
              <a:spcBef>
                <a:spcPts val="0"/>
              </a:spcBef>
              <a:spcAft>
                <a:spcPts val="0"/>
              </a:spcAft>
              <a:buNone/>
            </a:pPr>
            <a:r>
              <a:t/>
            </a:r>
            <a:endParaRPr sz="2433">
              <a:solidFill>
                <a:schemeClr val="lt1"/>
              </a:solidFill>
              <a:latin typeface="Montserrat"/>
              <a:ea typeface="Montserrat"/>
              <a:cs typeface="Montserrat"/>
              <a:sym typeface="Montserrat"/>
            </a:endParaRPr>
          </a:p>
          <a:p>
            <a:pPr indent="-230716" lvl="0" marL="165100" rtl="0" algn="l">
              <a:spcBef>
                <a:spcPts val="0"/>
              </a:spcBef>
              <a:spcAft>
                <a:spcPts val="0"/>
              </a:spcAft>
              <a:buClr>
                <a:schemeClr val="lt1"/>
              </a:buClr>
              <a:buSzPts val="2433"/>
              <a:buFont typeface="Montserrat"/>
              <a:buChar char="●"/>
            </a:pPr>
            <a:r>
              <a:rPr lang="en" sz="2433">
                <a:solidFill>
                  <a:schemeClr val="lt1"/>
                </a:solidFill>
                <a:latin typeface="Montserrat"/>
                <a:ea typeface="Montserrat"/>
                <a:cs typeface="Montserrat"/>
                <a:sym typeface="Montserrat"/>
              </a:rPr>
              <a:t>Want to find resources for processing and interpreting imaging data</a:t>
            </a:r>
            <a:endParaRPr sz="2433">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p:txBody>
      </p:sp>
      <p:pic>
        <p:nvPicPr>
          <p:cNvPr id="296" name="Google Shape;296;p28"/>
          <p:cNvPicPr preferRelativeResize="0"/>
          <p:nvPr/>
        </p:nvPicPr>
        <p:blipFill>
          <a:blip r:embed="rId3">
            <a:alphaModFix/>
          </a:blip>
          <a:stretch>
            <a:fillRect/>
          </a:stretch>
        </p:blipFill>
        <p:spPr>
          <a:xfrm>
            <a:off x="845500" y="1226165"/>
            <a:ext cx="450324" cy="450324"/>
          </a:xfrm>
          <a:prstGeom prst="rect">
            <a:avLst/>
          </a:prstGeom>
          <a:noFill/>
          <a:ln>
            <a:noFill/>
          </a:ln>
        </p:spPr>
      </p:pic>
      <p:pic>
        <p:nvPicPr>
          <p:cNvPr id="297" name="Google Shape;297;p28"/>
          <p:cNvPicPr preferRelativeResize="0"/>
          <p:nvPr/>
        </p:nvPicPr>
        <p:blipFill>
          <a:blip r:embed="rId3">
            <a:alphaModFix/>
          </a:blip>
          <a:stretch>
            <a:fillRect/>
          </a:stretch>
        </p:blipFill>
        <p:spPr>
          <a:xfrm>
            <a:off x="845500" y="2346590"/>
            <a:ext cx="450324" cy="450324"/>
          </a:xfrm>
          <a:prstGeom prst="rect">
            <a:avLst/>
          </a:prstGeom>
          <a:noFill/>
          <a:ln>
            <a:noFill/>
          </a:ln>
        </p:spPr>
      </p:pic>
      <p:pic>
        <p:nvPicPr>
          <p:cNvPr id="298" name="Google Shape;298;p28"/>
          <p:cNvPicPr preferRelativeResize="0"/>
          <p:nvPr/>
        </p:nvPicPr>
        <p:blipFill>
          <a:blip r:embed="rId3">
            <a:alphaModFix/>
          </a:blip>
          <a:stretch>
            <a:fillRect/>
          </a:stretch>
        </p:blipFill>
        <p:spPr>
          <a:xfrm>
            <a:off x="845500" y="3529365"/>
            <a:ext cx="450324" cy="4503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9"/>
          <p:cNvSpPr txBox="1"/>
          <p:nvPr>
            <p:ph idx="1" type="body"/>
          </p:nvPr>
        </p:nvSpPr>
        <p:spPr>
          <a:xfrm>
            <a:off x="506085" y="4730841"/>
            <a:ext cx="6936000" cy="523800"/>
          </a:xfrm>
          <a:prstGeom prst="rect">
            <a:avLst/>
          </a:prstGeom>
        </p:spPr>
        <p:txBody>
          <a:bodyPr anchorCtr="0" anchor="ctr" bIns="64225" lIns="64225" spcFirstLastPara="1" rIns="64225" wrap="square" tIns="64225">
            <a:normAutofit/>
          </a:bodyPr>
          <a:lstStyle/>
          <a:p>
            <a:pPr indent="0" lvl="0" marL="0" rtl="0" algn="l">
              <a:spcBef>
                <a:spcPts val="0"/>
              </a:spcBef>
              <a:spcAft>
                <a:spcPts val="0"/>
              </a:spcAft>
              <a:buNone/>
            </a:pPr>
            <a:r>
              <a:rPr lang="en" sz="900">
                <a:latin typeface="Roboto"/>
                <a:ea typeface="Roboto"/>
                <a:cs typeface="Roboto"/>
                <a:sym typeface="Roboto"/>
              </a:rPr>
              <a:t>CC-BY</a:t>
            </a:r>
            <a:endParaRPr/>
          </a:p>
        </p:txBody>
      </p:sp>
      <p:sp>
        <p:nvSpPr>
          <p:cNvPr id="304" name="Google Shape;304;p29"/>
          <p:cNvSpPr txBox="1"/>
          <p:nvPr/>
        </p:nvSpPr>
        <p:spPr>
          <a:xfrm rot="-226">
            <a:off x="0" y="360504"/>
            <a:ext cx="9144000" cy="361200"/>
          </a:xfrm>
          <a:prstGeom prst="rect">
            <a:avLst/>
          </a:prstGeom>
          <a:noFill/>
          <a:ln>
            <a:noFill/>
          </a:ln>
        </p:spPr>
        <p:txBody>
          <a:bodyPr anchorCtr="0" anchor="t" bIns="34000" lIns="34000" spcFirstLastPara="1" rIns="34000" wrap="square" tIns="34000">
            <a:spAutoFit/>
          </a:bodyPr>
          <a:lstStyle/>
          <a:p>
            <a:pPr indent="0" lvl="0" marL="0" rtl="0" algn="ctr">
              <a:spcBef>
                <a:spcPts val="0"/>
              </a:spcBef>
              <a:spcAft>
                <a:spcPts val="0"/>
              </a:spcAft>
              <a:buNone/>
            </a:pPr>
            <a:r>
              <a:rPr lang="en" sz="1900">
                <a:solidFill>
                  <a:schemeClr val="lt1"/>
                </a:solidFill>
                <a:latin typeface="Montserrat"/>
                <a:ea typeface="Montserrat"/>
                <a:cs typeface="Montserrat"/>
                <a:sym typeface="Montserrat"/>
              </a:rPr>
              <a:t>Concepts discussed in the </a:t>
            </a:r>
            <a:r>
              <a:rPr b="1" lang="en" sz="1900">
                <a:solidFill>
                  <a:schemeClr val="lt1"/>
                </a:solidFill>
                <a:latin typeface="Montserrat"/>
                <a:ea typeface="Montserrat"/>
                <a:cs typeface="Montserrat"/>
                <a:sym typeface="Montserrat"/>
              </a:rPr>
              <a:t>Cancer Imaging Informatics</a:t>
            </a:r>
            <a:r>
              <a:rPr b="1" lang="en" sz="1900">
                <a:solidFill>
                  <a:schemeClr val="lt1"/>
                </a:solidFill>
                <a:latin typeface="Montserrat"/>
                <a:ea typeface="Montserrat"/>
                <a:cs typeface="Montserrat"/>
                <a:sym typeface="Montserrat"/>
              </a:rPr>
              <a:t> </a:t>
            </a:r>
            <a:r>
              <a:rPr lang="en" sz="1900">
                <a:solidFill>
                  <a:schemeClr val="lt1"/>
                </a:solidFill>
                <a:latin typeface="Montserrat"/>
                <a:ea typeface="Montserrat"/>
                <a:cs typeface="Montserrat"/>
                <a:sym typeface="Montserrat"/>
              </a:rPr>
              <a:t>course:</a:t>
            </a:r>
            <a:endParaRPr sz="1900">
              <a:solidFill>
                <a:schemeClr val="lt1"/>
              </a:solidFill>
              <a:latin typeface="Montserrat"/>
              <a:ea typeface="Montserrat"/>
              <a:cs typeface="Montserrat"/>
              <a:sym typeface="Montserrat"/>
            </a:endParaRPr>
          </a:p>
        </p:txBody>
      </p:sp>
      <p:pic>
        <p:nvPicPr>
          <p:cNvPr id="305" name="Google Shape;305;p29"/>
          <p:cNvPicPr preferRelativeResize="0"/>
          <p:nvPr/>
        </p:nvPicPr>
        <p:blipFill>
          <a:blip r:embed="rId3">
            <a:alphaModFix/>
          </a:blip>
          <a:stretch>
            <a:fillRect/>
          </a:stretch>
        </p:blipFill>
        <p:spPr>
          <a:xfrm>
            <a:off x="1387725" y="1219748"/>
            <a:ext cx="757251" cy="757251"/>
          </a:xfrm>
          <a:prstGeom prst="rect">
            <a:avLst/>
          </a:prstGeom>
          <a:noFill/>
          <a:ln>
            <a:noFill/>
          </a:ln>
        </p:spPr>
      </p:pic>
      <p:sp>
        <p:nvSpPr>
          <p:cNvPr id="306" name="Google Shape;306;p29"/>
          <p:cNvSpPr txBox="1"/>
          <p:nvPr/>
        </p:nvSpPr>
        <p:spPr>
          <a:xfrm>
            <a:off x="2189000" y="798200"/>
            <a:ext cx="6481800" cy="381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lt1"/>
                </a:solidFill>
                <a:latin typeface="Montserrat"/>
                <a:ea typeface="Montserrat"/>
                <a:cs typeface="Montserrat"/>
                <a:sym typeface="Montserrat"/>
              </a:rPr>
              <a:t> </a:t>
            </a:r>
            <a:endParaRPr b="1" sz="22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1700">
              <a:solidFill>
                <a:schemeClr val="lt1"/>
              </a:solidFill>
              <a:latin typeface="Montserrat"/>
              <a:ea typeface="Montserrat"/>
              <a:cs typeface="Montserrat"/>
              <a:sym typeface="Montserrat"/>
            </a:endParaRPr>
          </a:p>
          <a:p>
            <a:pPr indent="0" lvl="0" marL="0" rtl="0" algn="l">
              <a:spcBef>
                <a:spcPts val="0"/>
              </a:spcBef>
              <a:spcAft>
                <a:spcPts val="0"/>
              </a:spcAft>
              <a:buNone/>
            </a:pPr>
            <a:r>
              <a:rPr lang="en" sz="2033">
                <a:solidFill>
                  <a:schemeClr val="lt1"/>
                </a:solidFill>
                <a:latin typeface="Montserrat"/>
                <a:ea typeface="Montserrat"/>
                <a:cs typeface="Montserrat"/>
                <a:sym typeface="Montserrat"/>
              </a:rPr>
              <a:t>What does your imaging data type represent? </a:t>
            </a:r>
            <a:endParaRPr sz="2033">
              <a:solidFill>
                <a:schemeClr val="lt1"/>
              </a:solidFill>
              <a:latin typeface="Montserrat"/>
              <a:ea typeface="Montserrat"/>
              <a:cs typeface="Montserrat"/>
              <a:sym typeface="Montserrat"/>
            </a:endParaRPr>
          </a:p>
          <a:p>
            <a:pPr indent="0" lvl="0" marL="165100" rtl="0" algn="l">
              <a:spcBef>
                <a:spcPts val="0"/>
              </a:spcBef>
              <a:spcAft>
                <a:spcPts val="0"/>
              </a:spcAft>
              <a:buNone/>
            </a:pPr>
            <a:r>
              <a:t/>
            </a:r>
            <a:endParaRPr sz="2033">
              <a:solidFill>
                <a:schemeClr val="lt1"/>
              </a:solidFill>
              <a:latin typeface="Montserrat"/>
              <a:ea typeface="Montserrat"/>
              <a:cs typeface="Montserrat"/>
              <a:sym typeface="Montserrat"/>
            </a:endParaRPr>
          </a:p>
          <a:p>
            <a:pPr indent="0" lvl="0" marL="165100" rtl="0" algn="l">
              <a:spcBef>
                <a:spcPts val="0"/>
              </a:spcBef>
              <a:spcAft>
                <a:spcPts val="0"/>
              </a:spcAft>
              <a:buNone/>
            </a:pPr>
            <a:r>
              <a:t/>
            </a:r>
            <a:endParaRPr sz="2033">
              <a:solidFill>
                <a:schemeClr val="lt1"/>
              </a:solidFill>
              <a:latin typeface="Montserrat"/>
              <a:ea typeface="Montserrat"/>
              <a:cs typeface="Montserrat"/>
              <a:sym typeface="Montserrat"/>
            </a:endParaRPr>
          </a:p>
          <a:p>
            <a:pPr indent="0" lvl="0" marL="0" rtl="0" algn="l">
              <a:spcBef>
                <a:spcPts val="0"/>
              </a:spcBef>
              <a:spcAft>
                <a:spcPts val="0"/>
              </a:spcAft>
              <a:buNone/>
            </a:pPr>
            <a:r>
              <a:rPr lang="en" sz="2033">
                <a:solidFill>
                  <a:schemeClr val="lt1"/>
                </a:solidFill>
                <a:latin typeface="Montserrat"/>
                <a:ea typeface="Montserrat"/>
                <a:cs typeface="Montserrat"/>
                <a:sym typeface="Montserrat"/>
              </a:rPr>
              <a:t>What are the most common data processing steps for your data </a:t>
            </a:r>
            <a:r>
              <a:rPr lang="en" sz="2033">
                <a:solidFill>
                  <a:schemeClr val="lt1"/>
                </a:solidFill>
                <a:latin typeface="Montserrat"/>
                <a:ea typeface="Montserrat"/>
                <a:cs typeface="Montserrat"/>
                <a:sym typeface="Montserrat"/>
              </a:rPr>
              <a:t>type</a:t>
            </a:r>
            <a:r>
              <a:rPr lang="en" sz="2033">
                <a:solidFill>
                  <a:schemeClr val="lt1"/>
                </a:solidFill>
                <a:latin typeface="Montserrat"/>
                <a:ea typeface="Montserrat"/>
                <a:cs typeface="Montserrat"/>
                <a:sym typeface="Montserrat"/>
              </a:rPr>
              <a:t> </a:t>
            </a:r>
            <a:endParaRPr sz="2033">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2033">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2033">
              <a:solidFill>
                <a:schemeClr val="lt1"/>
              </a:solidFill>
              <a:latin typeface="Montserrat"/>
              <a:ea typeface="Montserrat"/>
              <a:cs typeface="Montserrat"/>
              <a:sym typeface="Montserrat"/>
            </a:endParaRPr>
          </a:p>
          <a:p>
            <a:pPr indent="0" lvl="0" marL="0" rtl="0" algn="l">
              <a:spcBef>
                <a:spcPts val="0"/>
              </a:spcBef>
              <a:spcAft>
                <a:spcPts val="0"/>
              </a:spcAft>
              <a:buNone/>
            </a:pPr>
            <a:r>
              <a:rPr lang="en" sz="2033">
                <a:solidFill>
                  <a:schemeClr val="lt1"/>
                </a:solidFill>
                <a:latin typeface="Montserrat"/>
                <a:ea typeface="Montserrat"/>
                <a:cs typeface="Montserrat"/>
                <a:sym typeface="Montserrat"/>
              </a:rPr>
              <a:t>Find resources, tools and tutorials to help you process and interpret your data</a:t>
            </a:r>
            <a:endParaRPr sz="2033">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id="307" name="Google Shape;307;p29"/>
          <p:cNvPicPr preferRelativeResize="0"/>
          <p:nvPr/>
        </p:nvPicPr>
        <p:blipFill>
          <a:blip r:embed="rId4">
            <a:alphaModFix/>
          </a:blip>
          <a:stretch>
            <a:fillRect/>
          </a:stretch>
        </p:blipFill>
        <p:spPr>
          <a:xfrm>
            <a:off x="1343675" y="2195450"/>
            <a:ext cx="845325" cy="845301"/>
          </a:xfrm>
          <a:prstGeom prst="rect">
            <a:avLst/>
          </a:prstGeom>
          <a:noFill/>
          <a:ln>
            <a:noFill/>
          </a:ln>
        </p:spPr>
      </p:pic>
      <p:pic>
        <p:nvPicPr>
          <p:cNvPr id="308" name="Google Shape;308;p29"/>
          <p:cNvPicPr preferRelativeResize="0"/>
          <p:nvPr/>
        </p:nvPicPr>
        <p:blipFill>
          <a:blip r:embed="rId5">
            <a:alphaModFix/>
          </a:blip>
          <a:stretch>
            <a:fillRect/>
          </a:stretch>
        </p:blipFill>
        <p:spPr>
          <a:xfrm rot="839668">
            <a:off x="1585450" y="1374600"/>
            <a:ext cx="361800" cy="361800"/>
          </a:xfrm>
          <a:prstGeom prst="rect">
            <a:avLst/>
          </a:prstGeom>
          <a:noFill/>
          <a:ln>
            <a:noFill/>
          </a:ln>
        </p:spPr>
      </p:pic>
      <p:pic>
        <p:nvPicPr>
          <p:cNvPr id="309" name="Google Shape;309;p29"/>
          <p:cNvPicPr preferRelativeResize="0"/>
          <p:nvPr/>
        </p:nvPicPr>
        <p:blipFill>
          <a:blip r:embed="rId6">
            <a:alphaModFix/>
          </a:blip>
          <a:stretch>
            <a:fillRect/>
          </a:stretch>
        </p:blipFill>
        <p:spPr>
          <a:xfrm>
            <a:off x="1387706" y="3440569"/>
            <a:ext cx="757249" cy="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0"/>
          <p:cNvSpPr txBox="1"/>
          <p:nvPr>
            <p:ph type="title"/>
          </p:nvPr>
        </p:nvSpPr>
        <p:spPr>
          <a:xfrm>
            <a:off x="1112908" y="467238"/>
            <a:ext cx="79440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90"/>
              <a:t>Overall Course Learning Objectives</a:t>
            </a:r>
            <a:endParaRPr sz="3290"/>
          </a:p>
        </p:txBody>
      </p:sp>
      <p:sp>
        <p:nvSpPr>
          <p:cNvPr id="315" name="Google Shape;315;p30"/>
          <p:cNvSpPr txBox="1"/>
          <p:nvPr>
            <p:ph idx="1" type="body"/>
          </p:nvPr>
        </p:nvSpPr>
        <p:spPr>
          <a:xfrm>
            <a:off x="473400" y="1480706"/>
            <a:ext cx="8387100" cy="3441900"/>
          </a:xfrm>
          <a:prstGeom prst="rect">
            <a:avLst/>
          </a:prstGeom>
        </p:spPr>
        <p:txBody>
          <a:bodyPr anchorCtr="0" anchor="t" bIns="91425" lIns="91425" spcFirstLastPara="1" rIns="91425" wrap="square" tIns="91425">
            <a:noAutofit/>
          </a:bodyPr>
          <a:lstStyle/>
          <a:p>
            <a:pPr indent="0" lvl="0" marL="266700" rtl="0" algn="l">
              <a:lnSpc>
                <a:spcPct val="150000"/>
              </a:lnSpc>
              <a:spcBef>
                <a:spcPts val="0"/>
              </a:spcBef>
              <a:spcAft>
                <a:spcPts val="0"/>
              </a:spcAft>
              <a:buNone/>
            </a:pPr>
            <a:r>
              <a:rPr b="1" lang="en" sz="1700">
                <a:solidFill>
                  <a:srgbClr val="333333"/>
                </a:solidFill>
                <a:latin typeface="Montserrat"/>
                <a:ea typeface="Montserrat"/>
                <a:cs typeface="Montserrat"/>
                <a:sym typeface="Montserrat"/>
              </a:rPr>
              <a:t>This course will demonstrate how to:</a:t>
            </a:r>
            <a:endParaRPr sz="2200">
              <a:solidFill>
                <a:srgbClr val="24292F"/>
              </a:solidFill>
              <a:highlight>
                <a:srgbClr val="FFFFFF"/>
              </a:highlight>
              <a:latin typeface="Montserrat"/>
              <a:ea typeface="Montserrat"/>
              <a:cs typeface="Montserrat"/>
              <a:sym typeface="Montserrat"/>
            </a:endParaRPr>
          </a:p>
          <a:p>
            <a:pPr indent="-279400" lvl="0" marL="266700" rtl="0" algn="l">
              <a:spcBef>
                <a:spcPts val="1100"/>
              </a:spcBef>
              <a:spcAft>
                <a:spcPts val="0"/>
              </a:spcAft>
              <a:buClr>
                <a:srgbClr val="283C46"/>
              </a:buClr>
              <a:buSzPts val="2200"/>
              <a:buFont typeface="Montserrat"/>
              <a:buChar char="●"/>
            </a:pPr>
            <a:r>
              <a:rPr lang="en" sz="2200">
                <a:solidFill>
                  <a:srgbClr val="24292F"/>
                </a:solidFill>
                <a:highlight>
                  <a:srgbClr val="FFFFFF"/>
                </a:highlight>
                <a:latin typeface="Montserrat"/>
                <a:ea typeface="Montserrat"/>
                <a:cs typeface="Montserrat"/>
                <a:sym typeface="Montserrat"/>
              </a:rPr>
              <a:t>Understand the overall workflow associated with processing their </a:t>
            </a:r>
            <a:r>
              <a:rPr lang="en" sz="2200">
                <a:solidFill>
                  <a:srgbClr val="24292F"/>
                </a:solidFill>
                <a:highlight>
                  <a:schemeClr val="dk1"/>
                </a:highlight>
                <a:latin typeface="Montserrat"/>
                <a:ea typeface="Montserrat"/>
                <a:cs typeface="Montserrat"/>
                <a:sym typeface="Montserrat"/>
              </a:rPr>
              <a:t>imaging</a:t>
            </a:r>
            <a:r>
              <a:rPr lang="en" sz="2200">
                <a:solidFill>
                  <a:srgbClr val="24292F"/>
                </a:solidFill>
                <a:highlight>
                  <a:srgbClr val="FFFFFF"/>
                </a:highlight>
                <a:latin typeface="Montserrat"/>
                <a:ea typeface="Montserrat"/>
                <a:cs typeface="Montserrat"/>
                <a:sym typeface="Montserrat"/>
              </a:rPr>
              <a:t> data </a:t>
            </a:r>
            <a:endParaRPr sz="2200">
              <a:solidFill>
                <a:srgbClr val="24292F"/>
              </a:solidFill>
              <a:highlight>
                <a:srgbClr val="FFFFFF"/>
              </a:highlight>
              <a:latin typeface="Montserrat"/>
              <a:ea typeface="Montserrat"/>
              <a:cs typeface="Montserrat"/>
              <a:sym typeface="Montserrat"/>
            </a:endParaRPr>
          </a:p>
          <a:p>
            <a:pPr indent="-279400" lvl="0" marL="266700" rtl="0" algn="l">
              <a:spcBef>
                <a:spcPts val="0"/>
              </a:spcBef>
              <a:spcAft>
                <a:spcPts val="0"/>
              </a:spcAft>
              <a:buClr>
                <a:srgbClr val="283C46"/>
              </a:buClr>
              <a:buSzPts val="2200"/>
              <a:buFont typeface="Montserrat"/>
              <a:buChar char="●"/>
            </a:pPr>
            <a:r>
              <a:rPr lang="en" sz="2200">
                <a:solidFill>
                  <a:srgbClr val="24292F"/>
                </a:solidFill>
                <a:highlight>
                  <a:srgbClr val="FFFFFF"/>
                </a:highlight>
                <a:latin typeface="Montserrat"/>
                <a:ea typeface="Montserrat"/>
                <a:cs typeface="Montserrat"/>
                <a:sym typeface="Montserrat"/>
              </a:rPr>
              <a:t>Find </a:t>
            </a:r>
            <a:r>
              <a:rPr lang="en" sz="2200">
                <a:solidFill>
                  <a:srgbClr val="24292F"/>
                </a:solidFill>
                <a:highlight>
                  <a:srgbClr val="FFFFFF"/>
                </a:highlight>
                <a:latin typeface="Montserrat"/>
                <a:ea typeface="Montserrat"/>
                <a:cs typeface="Montserrat"/>
                <a:sym typeface="Montserrat"/>
              </a:rPr>
              <a:t>tutorials to help them process their imaging data</a:t>
            </a:r>
            <a:endParaRPr sz="2200">
              <a:solidFill>
                <a:srgbClr val="24292F"/>
              </a:solidFill>
              <a:highlight>
                <a:srgbClr val="FFFFFF"/>
              </a:highlight>
              <a:latin typeface="Montserrat"/>
              <a:ea typeface="Montserrat"/>
              <a:cs typeface="Montserrat"/>
              <a:sym typeface="Montserrat"/>
            </a:endParaRPr>
          </a:p>
          <a:p>
            <a:pPr indent="-279400" lvl="0" marL="266700" rtl="0" algn="l">
              <a:spcBef>
                <a:spcPts val="0"/>
              </a:spcBef>
              <a:spcAft>
                <a:spcPts val="0"/>
              </a:spcAft>
              <a:buClr>
                <a:srgbClr val="283C46"/>
              </a:buClr>
              <a:buSzPts val="2200"/>
              <a:buFont typeface="Montserrat"/>
              <a:buChar char="●"/>
            </a:pPr>
            <a:r>
              <a:rPr lang="en" sz="2200">
                <a:solidFill>
                  <a:srgbClr val="24292F"/>
                </a:solidFill>
                <a:highlight>
                  <a:srgbClr val="FFFFFF"/>
                </a:highlight>
                <a:latin typeface="Montserrat"/>
                <a:ea typeface="Montserrat"/>
                <a:cs typeface="Montserrat"/>
                <a:sym typeface="Montserrat"/>
              </a:rPr>
              <a:t>Choose tools for processing and interpreting their </a:t>
            </a:r>
            <a:r>
              <a:rPr lang="en" sz="2200">
                <a:solidFill>
                  <a:srgbClr val="24292F"/>
                </a:solidFill>
                <a:highlight>
                  <a:schemeClr val="dk1"/>
                </a:highlight>
                <a:latin typeface="Montserrat"/>
                <a:ea typeface="Montserrat"/>
                <a:cs typeface="Montserrat"/>
                <a:sym typeface="Montserrat"/>
              </a:rPr>
              <a:t>imaging</a:t>
            </a:r>
            <a:r>
              <a:rPr lang="en" sz="2200">
                <a:solidFill>
                  <a:srgbClr val="24292F"/>
                </a:solidFill>
                <a:highlight>
                  <a:srgbClr val="FFFFFF"/>
                </a:highlight>
                <a:latin typeface="Montserrat"/>
                <a:ea typeface="Montserrat"/>
                <a:cs typeface="Montserrat"/>
                <a:sym typeface="Montserrat"/>
              </a:rPr>
              <a:t> data </a:t>
            </a:r>
            <a:endParaRPr sz="1700">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FFFFFF"/>
      </a:dk1>
      <a:lt1>
        <a:srgbClr val="000000"/>
      </a:lt1>
      <a:dk2>
        <a:srgbClr val="000000"/>
      </a:dk2>
      <a:lt2>
        <a:srgbClr val="E0461B"/>
      </a:lt2>
      <a:accent1>
        <a:srgbClr val="1A3C5F"/>
      </a:accent1>
      <a:accent2>
        <a:srgbClr val="EECE1A"/>
      </a:accent2>
      <a:accent3>
        <a:srgbClr val="000000"/>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FFFFFF"/>
      </a:dk1>
      <a:lt1>
        <a:srgbClr val="000000"/>
      </a:lt1>
      <a:dk2>
        <a:srgbClr val="000000"/>
      </a:dk2>
      <a:lt2>
        <a:srgbClr val="E0461B"/>
      </a:lt2>
      <a:accent1>
        <a:srgbClr val="1A3C5F"/>
      </a:accent1>
      <a:accent2>
        <a:srgbClr val="EECE1A"/>
      </a:accent2>
      <a:accent3>
        <a:srgbClr val="000000"/>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